
<file path=[Content_Types].xml><?xml version="1.0" encoding="utf-8"?>
<Types xmlns="http://schemas.openxmlformats.org/package/2006/content-types"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7"/>
  </p:normalViewPr>
  <p:slideViewPr>
    <p:cSldViewPr snapToGrid="0">
      <p:cViewPr varScale="1">
        <p:scale>
          <a:sx n="108" d="100"/>
          <a:sy n="108" d="100"/>
        </p:scale>
        <p:origin x="64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25 секунд.</a:t>
            </a:r>
          </a:p>
          <a:p>
            <a:endParaRPr/>
          </a:p>
          <a:p>
            <a:r>
              <a:t>Привет! Мы команда «Красавчики». Представляем «Не попадись!» — игру для детей шести–восьми лет. В презентации СберKids приложение описано как собственная территория ребёнка, где объединены финансы, обучение и игры. Наша фича поддерживает эту идею: ребёнок пробует самостоятельно принимать решения о деньгах и безопасности в игровом мире. Герой бежит по городу, а игрок помогает ему обходить препятствия и распознавать обман.</a:t>
            </a:r>
          </a:p>
          <a:p>
            <a:endParaRPr/>
          </a:p>
          <a:p>
            <a:r>
              <a:t>Источники: СБЕРKIDS.pdf, страница 3. Механика: outputs/ne-popadis-fixed-2026-10-18/game/. Скриншот получен из рендера игры вне фазы моргания. Логотип предоставлен пользователем.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35 секунд.</a:t>
            </a:r>
          </a:p>
          <a:p>
            <a:endParaRPr/>
          </a:p>
          <a:p>
            <a:r>
              <a:t>Представьте: ребёнку обещают бесплатные игровые монеты в обмен на пароль. Подарок хочется получить, но как заметить подвох? Мы даём возможность заранее встретить такую ситуацию и выбрать действие. В материалах Сбера отмечены визуальное восприятие и небольшие порции контента. Для младшего возраста рекомендованы короткие сессии и понятный отклик. Поэтому у нас узнаваемые звонки и сообщения, короткие задания и управление свайпами. Ролики на этом слайде — референсы визуального темпа. Дальше показываем нашу игру.</a:t>
            </a:r>
          </a:p>
          <a:p>
            <a:endParaRPr/>
          </a:p>
          <a:p>
            <a:r>
              <a:t>Источники: СБЕРKIDS.pdf, страницы 12 и 23. Видеореференсы предоставлены пользователем. Рекомендации источника служат ориентиром, а не доказательством эффективности игры.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50 секунд.</a:t>
            </a:r>
          </a:p>
          <a:p>
            <a:endParaRPr/>
          </a:p>
          <a:p>
            <a:r>
              <a:t>Во время бега появляется ситуация: например, незнакомец звонит и просит назвать код из СМС. Можно отказать, проверить предложение или согласиться. Здесь правильное действие — отказать. Но мы не учим отказываться от всего. Если ребёнок видит большую скидку, нужно сначала проверить цену и подумать, нужна ли покупка. Если предложение безопасно, можно согласиться. Наша цель — повторять такие решения, чтобы ребёнок запоминал безопасный порядок действий. Например: не сообщать код, остановиться, обратиться к взрослому. Мы хотим, чтобы в похожей ситуации в жизни этот выбор давался легче. Это цель нашей механики, а не обещание мгновенно сформировать рефлекс.</a:t>
            </a:r>
          </a:p>
          <a:p>
            <a:endParaRPr/>
          </a:p>
          <a:p>
            <a:r>
              <a:t>Источники: Сценарии и рендер: outputs/ne-popadis-fixed-2026-10-18/game/. Перенос навыка в реальную жизнь пока не измерен.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45 секунд.</a:t>
            </a:r>
          </a:p>
          <a:p>
            <a:endParaRPr/>
          </a:p>
          <a:p>
            <a:r>
              <a:t>Один забег длится до четырёх минут. Герой бежит сам, игрок свайпами меняет дорожку и прыгает. Нужно обходить ящики, отвечать на вопросы и собирать монеты. На старте есть три щита. Столкновение или неверный ответ отнимают щит. Во время вопроса дорога замедляется, препятствия не мешают читать, а на выбор даётся шесть секунд. Монеты добавляют цель самому бегу: за большой монетой с множителем пять нужно перепрыгнуть барьер. Перед началом есть короткое обучение, которое можно пропустить. Так задания чередуются с движением, а весь забег остаётся коротким.</a:t>
            </a:r>
          </a:p>
          <a:p>
            <a:endParaRPr/>
          </a:p>
          <a:p>
            <a:r>
              <a:t>Источники: Механика локальной исправленной игры. Короткие сессии как ориентир: СБЕРKIDS.pdf, страница 23. Система щитов не полностью соответствует рекомендации для 6–7 лет избегать проигрыша и потери прогресса.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40 секунд.</a:t>
            </a:r>
          </a:p>
          <a:p>
            <a:endParaRPr/>
          </a:p>
          <a:p>
            <a:r>
              <a:t>Игра работает локально без интернета и занимает около двухсот сорока килобайт. Она написана на HTML, CSS и JavaScript, без дополнительных библиотек. Новые ситуации можно добавлять через файл с контентом, не переписывая основную механику. Например, перед Новым годом можно подготовить праздничное оформление и добавить вопросы про безопасное обращение с пиротехникой и опасность выхода на лёд. Так игру можно обновлять под сезон и темы, которые актуальны детям именно сейчас.</a:t>
            </a:r>
          </a:p>
          <a:p>
            <a:endParaRPr/>
          </a:p>
          <a:p>
            <a:r>
              <a:t>Источники: README.md и game/content.json локальной исправленной игры. Размер game/ — 239 939 байт, без презентационных GIF. Запуск в настоящих Android WebView и WKWebView пока не подтверждён. Сезонное оформление и вопросы о пиротехнике и выходе на лёд — предложенное развитие, не реализованная функция; изменение оформления потребует правки визуальных ресурсов и стилей.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60 секунд.</a:t>
            </a:r>
          </a:p>
          <a:p>
            <a:endParaRPr/>
          </a:p>
          <a:p>
            <a:r>
              <a:t>В отличие от обычной викторины, у нас есть полноценный раннер между вопросами. В игру добавлена сорок одна ситуация про покупки, пароли и уловки мошенников. Ребёнок может попробовать разные решения без риска для настоящих денег. В материалах Сбера также подчёркнута роль разнообразных персонажей. У нас их шестнадцать: в конце забега ребёнок выбирает зверушку за собранные монеты и открывает подарок. У каждой зверушки есть свой полезный совет. Листик предлагает копить на мечту, Паролик напоминает о секретности паролей, а Сравныш — о проверке цен. Награда продолжает обучение через конкретного персонажа. Мы хотим, чтобы ребёнок приходил за интересным забегом, а уходил с понятным опытом: когда можно действовать самому, когда стоит проверить предложение и когда нужно обратиться за помощью. Спасибо!</a:t>
            </a:r>
          </a:p>
          <a:p>
            <a:endParaRPr/>
          </a:p>
          <a:p>
            <a:r>
              <a:t>Источники: СБЕРKIDS.pdf, страница 16. Персонажи, количество и советы: game/js/rewards.js локальной исправленной игры. Количество ситуаций: game/content.json.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27618793-33E3-440D-BB4C-C8E9DABA7A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4A3A001F-A3B3-4A0A-AD20-4B06202E96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EFCBBCA7-2A21-4F17-9728-7620562AD9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A274D2F8-AA14-4A43-9E65-858D90EC5F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7C3294F6-A3B5-4793-A498-80D1A1F0FC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2ACC8B76-9AD7-41CD-97A0-D87D2FEAEE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A51A2BA4-AC77-4B8A-83A9-BBF2C76B68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BD82D8AE-13BB-4135-B3B1-C1EA561F191C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08570E64-BA57-40D9-889F-2428107514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4949BAC9-A324-43BE-B134-619681267E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.png"/><Relationship Id="rId4" Type="http://schemas.openxmlformats.org/officeDocument/2006/relationships/image" Target="../media/image4.gi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gi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gi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ED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одложка">
            <a:extLst>
              <a:ext uri="{FF2B5EF4-FFF2-40B4-BE49-F238E27FC236}">
                <a16:creationId xmlns:a16="http://schemas.microsoft.com/office/drawing/2014/main" id="{59EE75C0-2D0C-45CE-855B-CAD75E3BFA12}"/>
              </a:ext>
            </a:extLst>
          </p:cNvPr>
          <p:cNvSpPr>
            <a:spLocks noGrp="1"/>
          </p:cNvSpPr>
          <p:nvPr/>
        </p:nvSpPr>
        <p:spPr>
          <a:xfrm>
            <a:off x="8248650" y="533400"/>
            <a:ext cx="3333750" cy="5467350"/>
          </a:xfrm>
          <a:prstGeom prst="roundRect">
            <a:avLst>
              <a:gd name="adj" fmla="val 8571"/>
            </a:avLst>
          </a:prstGeom>
          <a:solidFill>
            <a:srgbClr val="ECE8FF"/>
          </a:solidFill>
          <a:ln w="0">
            <a:noFill/>
          </a:ln>
        </p:spPr>
      </p:sp>
      <p:sp>
        <p:nvSpPr>
          <p:cNvPr id="2" name="Подложка">
            <a:extLst>
              <a:ext uri="{FF2B5EF4-FFF2-40B4-BE49-F238E27FC236}">
                <a16:creationId xmlns:a16="http://schemas.microsoft.com/office/drawing/2014/main" id="{9D6FF572-1365-45DD-A46B-16D2C67DC3E3}"/>
              </a:ext>
            </a:extLst>
          </p:cNvPr>
          <p:cNvSpPr>
            <a:spLocks noGrp="1"/>
          </p:cNvSpPr>
          <p:nvPr/>
        </p:nvSpPr>
        <p:spPr>
          <a:xfrm>
            <a:off x="8343900" y="628650"/>
            <a:ext cx="3143250" cy="5276850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0">
            <a:noFill/>
          </a:ln>
        </p:spPr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509F98E-7298-4D7F-AC61-DF6A86625C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439185" y="695325"/>
            <a:ext cx="2952680" cy="5148263"/>
          </a:xfrm>
          <a:prstGeom prst="rect">
            <a:avLst/>
          </a:prstGeom>
        </p:spPr>
      </p:pic>
      <p:sp>
        <p:nvSpPr>
          <p:cNvPr id="4" name="ИГРА ДЛЯ СБЕРKIDS">
            <a:extLst>
              <a:ext uri="{FF2B5EF4-FFF2-40B4-BE49-F238E27FC236}">
                <a16:creationId xmlns:a16="http://schemas.microsoft.com/office/drawing/2014/main" id="{CB5F4C06-EEFE-4A27-95DC-BD3B90E469C5}"/>
              </a:ext>
            </a:extLst>
          </p:cNvPr>
          <p:cNvSpPr>
            <a:spLocks noGrp="1"/>
          </p:cNvSpPr>
          <p:nvPr/>
        </p:nvSpPr>
        <p:spPr>
          <a:xfrm>
            <a:off x="609600" y="619125"/>
            <a:ext cx="65722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800" b="1">
                <a:solidFill>
                  <a:srgbClr val="7357E8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7357E8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7357E8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7357E8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7357E8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7357E8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7357E8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7357E8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7357E8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7357E8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800" b="1">
                <a:solidFill>
                  <a:srgbClr val="7357E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7357E8"/>
                </a:solidFill>
                <a:latin typeface="Arial"/>
                <a:ea typeface="Arial"/>
                <a:cs typeface="Arial"/>
              </a:rPr>
              <a:t>ИГРА ДЛЯ СБЕРKIDS</a:t>
            </a:r>
          </a:p>
        </p:txBody>
      </p:sp>
      <p:sp>
        <p:nvSpPr>
          <p:cNvPr id="5" name="Не попадись!">
            <a:extLst>
              <a:ext uri="{FF2B5EF4-FFF2-40B4-BE49-F238E27FC236}">
                <a16:creationId xmlns:a16="http://schemas.microsoft.com/office/drawing/2014/main" id="{2C3FCDE7-8123-4423-87D7-0D733EED6E80}"/>
              </a:ext>
            </a:extLst>
          </p:cNvPr>
          <p:cNvSpPr>
            <a:spLocks noGrp="1"/>
          </p:cNvSpPr>
          <p:nvPr/>
        </p:nvSpPr>
        <p:spPr>
          <a:xfrm>
            <a:off x="571500" y="1685925"/>
            <a:ext cx="7524750" cy="1066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6150" b="1">
                <a:solidFill>
                  <a:srgbClr val="29246B"/>
                </a:solidFill>
                <a:latin typeface="Arial"/>
                <a:ea typeface="Arial"/>
                <a:cs typeface="Arial"/>
              </a:defRPr>
            </a:defPPr>
            <a:lvl1pPr>
              <a:defRPr sz="6150" b="1">
                <a:solidFill>
                  <a:srgbClr val="29246B"/>
                </a:solidFill>
                <a:latin typeface="Arial"/>
                <a:ea typeface="Arial"/>
                <a:cs typeface="Arial"/>
              </a:defRPr>
            </a:lvl1pPr>
            <a:lvl2pPr>
              <a:defRPr sz="6150" b="1">
                <a:solidFill>
                  <a:srgbClr val="29246B"/>
                </a:solidFill>
                <a:latin typeface="Arial"/>
                <a:ea typeface="Arial"/>
                <a:cs typeface="Arial"/>
              </a:defRPr>
            </a:lvl2pPr>
            <a:lvl3pPr>
              <a:defRPr sz="6150" b="1">
                <a:solidFill>
                  <a:srgbClr val="29246B"/>
                </a:solidFill>
                <a:latin typeface="Arial"/>
                <a:ea typeface="Arial"/>
                <a:cs typeface="Arial"/>
              </a:defRPr>
            </a:lvl3pPr>
            <a:lvl4pPr>
              <a:defRPr sz="6150" b="1">
                <a:solidFill>
                  <a:srgbClr val="29246B"/>
                </a:solidFill>
                <a:latin typeface="Arial"/>
                <a:ea typeface="Arial"/>
                <a:cs typeface="Arial"/>
              </a:defRPr>
            </a:lvl4pPr>
            <a:lvl5pPr>
              <a:defRPr sz="6150" b="1">
                <a:solidFill>
                  <a:srgbClr val="29246B"/>
                </a:solidFill>
                <a:latin typeface="Arial"/>
                <a:ea typeface="Arial"/>
                <a:cs typeface="Arial"/>
              </a:defRPr>
            </a:lvl5pPr>
            <a:lvl6pPr>
              <a:defRPr sz="6150" b="1">
                <a:solidFill>
                  <a:srgbClr val="29246B"/>
                </a:solidFill>
                <a:latin typeface="Arial"/>
                <a:ea typeface="Arial"/>
                <a:cs typeface="Arial"/>
              </a:defRPr>
            </a:lvl6pPr>
            <a:lvl7pPr>
              <a:defRPr sz="6150" b="1">
                <a:solidFill>
                  <a:srgbClr val="29246B"/>
                </a:solidFill>
                <a:latin typeface="Arial"/>
                <a:ea typeface="Arial"/>
                <a:cs typeface="Arial"/>
              </a:defRPr>
            </a:lvl7pPr>
            <a:lvl8pPr>
              <a:defRPr sz="6150" b="1">
                <a:solidFill>
                  <a:srgbClr val="29246B"/>
                </a:solidFill>
                <a:latin typeface="Arial"/>
                <a:ea typeface="Arial"/>
                <a:cs typeface="Arial"/>
              </a:defRPr>
            </a:lvl8pPr>
            <a:lvl9pPr>
              <a:defRPr sz="6150" b="1">
                <a:solidFill>
                  <a:srgbClr val="29246B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6150" b="1">
                <a:solidFill>
                  <a:srgbClr val="29246B"/>
                </a:solidFill>
                <a:latin typeface="Arial"/>
                <a:ea typeface="Arial"/>
                <a:cs typeface="Arial"/>
              </a:defRPr>
            </a:pPr>
            <a:r>
              <a:rPr sz="6150" b="1">
                <a:solidFill>
                  <a:srgbClr val="29246B"/>
                </a:solidFill>
                <a:latin typeface="Arial"/>
                <a:ea typeface="Arial"/>
                <a:cs typeface="Arial"/>
              </a:rPr>
              <a:t>Не попадись!</a:t>
            </a:r>
          </a:p>
        </p:txBody>
      </p:sp>
      <p:sp>
        <p:nvSpPr>
          <p:cNvPr id="6" name="Учимся распознавать&#10;обман на бегу">
            <a:extLst>
              <a:ext uri="{FF2B5EF4-FFF2-40B4-BE49-F238E27FC236}">
                <a16:creationId xmlns:a16="http://schemas.microsoft.com/office/drawing/2014/main" id="{00147E61-F734-4899-8BD5-81C7C9476F0D}"/>
              </a:ext>
            </a:extLst>
          </p:cNvPr>
          <p:cNvSpPr>
            <a:spLocks noGrp="1"/>
          </p:cNvSpPr>
          <p:nvPr/>
        </p:nvSpPr>
        <p:spPr>
          <a:xfrm>
            <a:off x="609600" y="3038475"/>
            <a:ext cx="7239000" cy="1123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3150" b="1">
                <a:solidFill>
                  <a:srgbClr val="29246B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29246B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29246B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29246B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29246B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29246B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29246B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29246B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29246B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29246B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3150" b="1">
                <a:solidFill>
                  <a:srgbClr val="29246B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9246B"/>
                </a:solidFill>
                <a:latin typeface="Arial"/>
                <a:ea typeface="Arial"/>
                <a:cs typeface="Arial"/>
              </a:rPr>
              <a:t>Учимся распознавать</a:t>
            </a:r>
          </a:p>
          <a:p>
            <a:pPr>
              <a:defRPr sz="3150" b="1">
                <a:solidFill>
                  <a:srgbClr val="29246B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9246B"/>
                </a:solidFill>
                <a:latin typeface="Arial"/>
                <a:ea typeface="Arial"/>
                <a:cs typeface="Arial"/>
              </a:rPr>
              <a:t>обман на бегу</a:t>
            </a:r>
          </a:p>
        </p:txBody>
      </p:sp>
      <p:sp>
        <p:nvSpPr>
          <p:cNvPr id="7" name="Подложка">
            <a:extLst>
              <a:ext uri="{FF2B5EF4-FFF2-40B4-BE49-F238E27FC236}">
                <a16:creationId xmlns:a16="http://schemas.microsoft.com/office/drawing/2014/main" id="{316FF06C-C2BE-4474-8549-2AC05F5CEA77}"/>
              </a:ext>
            </a:extLst>
          </p:cNvPr>
          <p:cNvSpPr>
            <a:spLocks noGrp="1"/>
          </p:cNvSpPr>
          <p:nvPr/>
        </p:nvSpPr>
        <p:spPr>
          <a:xfrm>
            <a:off x="609600" y="4638675"/>
            <a:ext cx="2781300" cy="609600"/>
          </a:xfrm>
          <a:prstGeom prst="roundRect">
            <a:avLst>
              <a:gd name="adj" fmla="val 31250"/>
            </a:avLst>
          </a:prstGeom>
          <a:solidFill>
            <a:srgbClr val="FFF0B5"/>
          </a:solidFill>
          <a:ln w="0">
            <a:noFill/>
          </a:ln>
        </p:spPr>
      </p:sp>
      <p:sp>
        <p:nvSpPr>
          <p:cNvPr id="8" name="Для детей 6–8 лет">
            <a:extLst>
              <a:ext uri="{FF2B5EF4-FFF2-40B4-BE49-F238E27FC236}">
                <a16:creationId xmlns:a16="http://schemas.microsoft.com/office/drawing/2014/main" id="{F75BE6D1-AE07-45FC-8EA4-CC6E5CC937ED}"/>
              </a:ext>
            </a:extLst>
          </p:cNvPr>
          <p:cNvSpPr>
            <a:spLocks noGrp="1"/>
          </p:cNvSpPr>
          <p:nvPr/>
        </p:nvSpPr>
        <p:spPr>
          <a:xfrm>
            <a:off x="800100" y="4810125"/>
            <a:ext cx="2428875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875" b="1">
                <a:solidFill>
                  <a:srgbClr val="29246B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29246B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29246B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29246B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29246B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29246B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29246B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29246B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29246B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29246B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875" b="1">
                <a:solidFill>
                  <a:srgbClr val="29246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9246B"/>
                </a:solidFill>
                <a:latin typeface="Arial"/>
                <a:ea typeface="Arial"/>
                <a:cs typeface="Arial"/>
              </a:rPr>
              <a:t>Для детей 6–8 лет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5883CB8B-3BAF-4DFA-BB74-2EE63E34AA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09787" y="6191250"/>
            <a:ext cx="1199776" cy="335280"/>
          </a:xfrm>
          <a:prstGeom prst="rect">
            <a:avLst/>
          </a:prstGeom>
        </p:spPr>
      </p:pic>
      <p:sp>
        <p:nvSpPr>
          <p:cNvPr id="10" name="× Красавчики">
            <a:extLst>
              <a:ext uri="{FF2B5EF4-FFF2-40B4-BE49-F238E27FC236}">
                <a16:creationId xmlns:a16="http://schemas.microsoft.com/office/drawing/2014/main" id="{C2DCD13B-A8D7-45B1-BD5C-DE4E0DC178C0}"/>
              </a:ext>
            </a:extLst>
          </p:cNvPr>
          <p:cNvSpPr>
            <a:spLocks noGrp="1"/>
          </p:cNvSpPr>
          <p:nvPr/>
        </p:nvSpPr>
        <p:spPr>
          <a:xfrm>
            <a:off x="1952625" y="6219825"/>
            <a:ext cx="2381250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800" b="1" i="1">
                <a:solidFill>
                  <a:srgbClr val="29246B"/>
                </a:solidFill>
                <a:latin typeface="Arial"/>
                <a:ea typeface="Arial"/>
                <a:cs typeface="Arial"/>
              </a:defRPr>
            </a:defPPr>
            <a:lvl1pPr>
              <a:defRPr sz="1800" b="1" i="1">
                <a:solidFill>
                  <a:srgbClr val="29246B"/>
                </a:solidFill>
                <a:latin typeface="Arial"/>
                <a:ea typeface="Arial"/>
                <a:cs typeface="Arial"/>
              </a:defRPr>
            </a:lvl1pPr>
            <a:lvl2pPr>
              <a:defRPr sz="1800" b="1" i="1">
                <a:solidFill>
                  <a:srgbClr val="29246B"/>
                </a:solidFill>
                <a:latin typeface="Arial"/>
                <a:ea typeface="Arial"/>
                <a:cs typeface="Arial"/>
              </a:defRPr>
            </a:lvl2pPr>
            <a:lvl3pPr>
              <a:defRPr sz="1800" b="1" i="1">
                <a:solidFill>
                  <a:srgbClr val="29246B"/>
                </a:solidFill>
                <a:latin typeface="Arial"/>
                <a:ea typeface="Arial"/>
                <a:cs typeface="Arial"/>
              </a:defRPr>
            </a:lvl3pPr>
            <a:lvl4pPr>
              <a:defRPr sz="1800" b="1" i="1">
                <a:solidFill>
                  <a:srgbClr val="29246B"/>
                </a:solidFill>
                <a:latin typeface="Arial"/>
                <a:ea typeface="Arial"/>
                <a:cs typeface="Arial"/>
              </a:defRPr>
            </a:lvl4pPr>
            <a:lvl5pPr>
              <a:defRPr sz="1800" b="1" i="1">
                <a:solidFill>
                  <a:srgbClr val="29246B"/>
                </a:solidFill>
                <a:latin typeface="Arial"/>
                <a:ea typeface="Arial"/>
                <a:cs typeface="Arial"/>
              </a:defRPr>
            </a:lvl5pPr>
            <a:lvl6pPr>
              <a:defRPr sz="1800" b="1" i="1">
                <a:solidFill>
                  <a:srgbClr val="29246B"/>
                </a:solidFill>
                <a:latin typeface="Arial"/>
                <a:ea typeface="Arial"/>
                <a:cs typeface="Arial"/>
              </a:defRPr>
            </a:lvl6pPr>
            <a:lvl7pPr>
              <a:defRPr sz="1800" b="1" i="1">
                <a:solidFill>
                  <a:srgbClr val="29246B"/>
                </a:solidFill>
                <a:latin typeface="Arial"/>
                <a:ea typeface="Arial"/>
                <a:cs typeface="Arial"/>
              </a:defRPr>
            </a:lvl7pPr>
            <a:lvl8pPr>
              <a:defRPr sz="1800" b="1" i="1">
                <a:solidFill>
                  <a:srgbClr val="29246B"/>
                </a:solidFill>
                <a:latin typeface="Arial"/>
                <a:ea typeface="Arial"/>
                <a:cs typeface="Arial"/>
              </a:defRPr>
            </a:lvl8pPr>
            <a:lvl9pPr>
              <a:defRPr sz="1800" b="1" i="1">
                <a:solidFill>
                  <a:srgbClr val="29246B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800" b="1" i="1">
                <a:solidFill>
                  <a:srgbClr val="29246B"/>
                </a:solidFill>
                <a:latin typeface="Arial"/>
                <a:ea typeface="Arial"/>
                <a:cs typeface="Arial"/>
              </a:defRPr>
            </a:pPr>
            <a:r>
              <a:rPr sz="1800" b="1" i="1">
                <a:solidFill>
                  <a:srgbClr val="29246B"/>
                </a:solidFill>
                <a:latin typeface="Arial"/>
                <a:ea typeface="Arial"/>
                <a:cs typeface="Arial"/>
              </a:rPr>
              <a:t>× Красавчики</a:t>
            </a:r>
          </a:p>
        </p:txBody>
      </p:sp>
      <p:sp>
        <p:nvSpPr>
          <p:cNvPr id="11" name="01">
            <a:extLst>
              <a:ext uri="{FF2B5EF4-FFF2-40B4-BE49-F238E27FC236}">
                <a16:creationId xmlns:a16="http://schemas.microsoft.com/office/drawing/2014/main" id="{BC3A6B9B-52A5-4A46-875B-4635ACD0AE1A}"/>
              </a:ext>
            </a:extLst>
          </p:cNvPr>
          <p:cNvSpPr>
            <a:spLocks noGrp="1"/>
          </p:cNvSpPr>
          <p:nvPr/>
        </p:nvSpPr>
        <p:spPr>
          <a:xfrm>
            <a:off x="11049000" y="6248400"/>
            <a:ext cx="5334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r">
              <a:defRPr sz="1575">
                <a:solidFill>
                  <a:srgbClr val="676298"/>
                </a:solidFill>
                <a:latin typeface="Arial"/>
                <a:ea typeface="Arial"/>
                <a:cs typeface="Arial"/>
              </a:defRPr>
            </a:defPPr>
            <a:lvl1pPr algn="r">
              <a:defRPr sz="1575">
                <a:solidFill>
                  <a:srgbClr val="676298"/>
                </a:solidFill>
                <a:latin typeface="Arial"/>
                <a:ea typeface="Arial"/>
                <a:cs typeface="Arial"/>
              </a:defRPr>
            </a:lvl1pPr>
            <a:lvl2pPr algn="r">
              <a:defRPr sz="1575">
                <a:solidFill>
                  <a:srgbClr val="676298"/>
                </a:solidFill>
                <a:latin typeface="Arial"/>
                <a:ea typeface="Arial"/>
                <a:cs typeface="Arial"/>
              </a:defRPr>
            </a:lvl2pPr>
            <a:lvl3pPr algn="r">
              <a:defRPr sz="1575">
                <a:solidFill>
                  <a:srgbClr val="676298"/>
                </a:solidFill>
                <a:latin typeface="Arial"/>
                <a:ea typeface="Arial"/>
                <a:cs typeface="Arial"/>
              </a:defRPr>
            </a:lvl3pPr>
            <a:lvl4pPr algn="r">
              <a:defRPr sz="1575">
                <a:solidFill>
                  <a:srgbClr val="676298"/>
                </a:solidFill>
                <a:latin typeface="Arial"/>
                <a:ea typeface="Arial"/>
                <a:cs typeface="Arial"/>
              </a:defRPr>
            </a:lvl4pPr>
            <a:lvl5pPr algn="r">
              <a:defRPr sz="1575">
                <a:solidFill>
                  <a:srgbClr val="676298"/>
                </a:solidFill>
                <a:latin typeface="Arial"/>
                <a:ea typeface="Arial"/>
                <a:cs typeface="Arial"/>
              </a:defRPr>
            </a:lvl5pPr>
            <a:lvl6pPr algn="r">
              <a:defRPr sz="1575">
                <a:solidFill>
                  <a:srgbClr val="676298"/>
                </a:solidFill>
                <a:latin typeface="Arial"/>
                <a:ea typeface="Arial"/>
                <a:cs typeface="Arial"/>
              </a:defRPr>
            </a:lvl6pPr>
            <a:lvl7pPr algn="r">
              <a:defRPr sz="1575">
                <a:solidFill>
                  <a:srgbClr val="676298"/>
                </a:solidFill>
                <a:latin typeface="Arial"/>
                <a:ea typeface="Arial"/>
                <a:cs typeface="Arial"/>
              </a:defRPr>
            </a:lvl7pPr>
            <a:lvl8pPr algn="r">
              <a:defRPr sz="1575">
                <a:solidFill>
                  <a:srgbClr val="676298"/>
                </a:solidFill>
                <a:latin typeface="Arial"/>
                <a:ea typeface="Arial"/>
                <a:cs typeface="Arial"/>
              </a:defRPr>
            </a:lvl8pPr>
            <a:lvl9pPr algn="r">
              <a:defRPr sz="1575">
                <a:solidFill>
                  <a:srgbClr val="676298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1575">
                <a:solidFill>
                  <a:srgbClr val="676298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67629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2605334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Дети 6–8 лет">
            <a:extLst>
              <a:ext uri="{FF2B5EF4-FFF2-40B4-BE49-F238E27FC236}">
                <a16:creationId xmlns:a16="http://schemas.microsoft.com/office/drawing/2014/main" id="{44AF0E6E-CA59-43E0-A842-0A56A111BD84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7239000" cy="685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3750" b="1">
                <a:solidFill>
                  <a:srgbClr val="29246B"/>
                </a:solidFill>
                <a:latin typeface="Arial"/>
                <a:ea typeface="Arial"/>
                <a:cs typeface="Arial"/>
              </a:defRPr>
            </a:defPPr>
            <a:lvl1pPr>
              <a:defRPr sz="3750" b="1">
                <a:solidFill>
                  <a:srgbClr val="29246B"/>
                </a:solidFill>
                <a:latin typeface="Arial"/>
                <a:ea typeface="Arial"/>
                <a:cs typeface="Arial"/>
              </a:defRPr>
            </a:lvl1pPr>
            <a:lvl2pPr>
              <a:defRPr sz="3750" b="1">
                <a:solidFill>
                  <a:srgbClr val="29246B"/>
                </a:solidFill>
                <a:latin typeface="Arial"/>
                <a:ea typeface="Arial"/>
                <a:cs typeface="Arial"/>
              </a:defRPr>
            </a:lvl2pPr>
            <a:lvl3pPr>
              <a:defRPr sz="3750" b="1">
                <a:solidFill>
                  <a:srgbClr val="29246B"/>
                </a:solidFill>
                <a:latin typeface="Arial"/>
                <a:ea typeface="Arial"/>
                <a:cs typeface="Arial"/>
              </a:defRPr>
            </a:lvl3pPr>
            <a:lvl4pPr>
              <a:defRPr sz="3750" b="1">
                <a:solidFill>
                  <a:srgbClr val="29246B"/>
                </a:solidFill>
                <a:latin typeface="Arial"/>
                <a:ea typeface="Arial"/>
                <a:cs typeface="Arial"/>
              </a:defRPr>
            </a:lvl4pPr>
            <a:lvl5pPr>
              <a:defRPr sz="3750" b="1">
                <a:solidFill>
                  <a:srgbClr val="29246B"/>
                </a:solidFill>
                <a:latin typeface="Arial"/>
                <a:ea typeface="Arial"/>
                <a:cs typeface="Arial"/>
              </a:defRPr>
            </a:lvl5pPr>
            <a:lvl6pPr>
              <a:defRPr sz="3750" b="1">
                <a:solidFill>
                  <a:srgbClr val="29246B"/>
                </a:solidFill>
                <a:latin typeface="Arial"/>
                <a:ea typeface="Arial"/>
                <a:cs typeface="Arial"/>
              </a:defRPr>
            </a:lvl6pPr>
            <a:lvl7pPr>
              <a:defRPr sz="3750" b="1">
                <a:solidFill>
                  <a:srgbClr val="29246B"/>
                </a:solidFill>
                <a:latin typeface="Arial"/>
                <a:ea typeface="Arial"/>
                <a:cs typeface="Arial"/>
              </a:defRPr>
            </a:lvl7pPr>
            <a:lvl8pPr>
              <a:defRPr sz="3750" b="1">
                <a:solidFill>
                  <a:srgbClr val="29246B"/>
                </a:solidFill>
                <a:latin typeface="Arial"/>
                <a:ea typeface="Arial"/>
                <a:cs typeface="Arial"/>
              </a:defRPr>
            </a:lvl8pPr>
            <a:lvl9pPr>
              <a:defRPr sz="3750" b="1">
                <a:solidFill>
                  <a:srgbClr val="29246B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3750" b="1">
                <a:solidFill>
                  <a:srgbClr val="29246B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29246B"/>
                </a:solidFill>
                <a:latin typeface="Arial"/>
                <a:ea typeface="Arial"/>
                <a:cs typeface="Arial"/>
              </a:rPr>
              <a:t>Дети 6–8 лет</a:t>
            </a:r>
          </a:p>
        </p:txBody>
      </p:sp>
      <p:sp>
        <p:nvSpPr>
          <p:cNvPr id="2" name="Подложка">
            <a:extLst>
              <a:ext uri="{FF2B5EF4-FFF2-40B4-BE49-F238E27FC236}">
                <a16:creationId xmlns:a16="http://schemas.microsoft.com/office/drawing/2014/main" id="{D54AA69D-7EF8-4E99-8878-0181CE23F357}"/>
              </a:ext>
            </a:extLst>
          </p:cNvPr>
          <p:cNvSpPr>
            <a:spLocks noGrp="1"/>
          </p:cNvSpPr>
          <p:nvPr/>
        </p:nvSpPr>
        <p:spPr>
          <a:xfrm>
            <a:off x="609600" y="1714500"/>
            <a:ext cx="6096000" cy="2447925"/>
          </a:xfrm>
          <a:prstGeom prst="roundRect">
            <a:avLst>
              <a:gd name="adj" fmla="val 10117"/>
            </a:avLst>
          </a:prstGeom>
          <a:solidFill>
            <a:srgbClr val="FFFFFF"/>
          </a:solidFill>
          <a:ln w="0">
            <a:noFill/>
          </a:ln>
        </p:spPr>
      </p:sp>
      <p:sp>
        <p:nvSpPr>
          <p:cNvPr id="3" name="«Мне обещают монеты.&#10;Можно дать пароль?»">
            <a:extLst>
              <a:ext uri="{FF2B5EF4-FFF2-40B4-BE49-F238E27FC236}">
                <a16:creationId xmlns:a16="http://schemas.microsoft.com/office/drawing/2014/main" id="{BF15C736-E640-47BB-89B0-0F53337FB191}"/>
              </a:ext>
            </a:extLst>
          </p:cNvPr>
          <p:cNvSpPr>
            <a:spLocks noGrp="1"/>
          </p:cNvSpPr>
          <p:nvPr/>
        </p:nvSpPr>
        <p:spPr>
          <a:xfrm>
            <a:off x="895350" y="2428875"/>
            <a:ext cx="5572125" cy="1190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700" b="1">
                <a:solidFill>
                  <a:srgbClr val="29246B"/>
                </a:solidFill>
                <a:latin typeface="Arial"/>
                <a:ea typeface="Arial"/>
                <a:cs typeface="Arial"/>
              </a:defRPr>
            </a:defPPr>
            <a:lvl1pPr>
              <a:defRPr sz="2700" b="1">
                <a:solidFill>
                  <a:srgbClr val="29246B"/>
                </a:solidFill>
                <a:latin typeface="Arial"/>
                <a:ea typeface="Arial"/>
                <a:cs typeface="Arial"/>
              </a:defRPr>
            </a:lvl1pPr>
            <a:lvl2pPr>
              <a:defRPr sz="2700" b="1">
                <a:solidFill>
                  <a:srgbClr val="29246B"/>
                </a:solidFill>
                <a:latin typeface="Arial"/>
                <a:ea typeface="Arial"/>
                <a:cs typeface="Arial"/>
              </a:defRPr>
            </a:lvl2pPr>
            <a:lvl3pPr>
              <a:defRPr sz="2700" b="1">
                <a:solidFill>
                  <a:srgbClr val="29246B"/>
                </a:solidFill>
                <a:latin typeface="Arial"/>
                <a:ea typeface="Arial"/>
                <a:cs typeface="Arial"/>
              </a:defRPr>
            </a:lvl3pPr>
            <a:lvl4pPr>
              <a:defRPr sz="2700" b="1">
                <a:solidFill>
                  <a:srgbClr val="29246B"/>
                </a:solidFill>
                <a:latin typeface="Arial"/>
                <a:ea typeface="Arial"/>
                <a:cs typeface="Arial"/>
              </a:defRPr>
            </a:lvl4pPr>
            <a:lvl5pPr>
              <a:defRPr sz="2700" b="1">
                <a:solidFill>
                  <a:srgbClr val="29246B"/>
                </a:solidFill>
                <a:latin typeface="Arial"/>
                <a:ea typeface="Arial"/>
                <a:cs typeface="Arial"/>
              </a:defRPr>
            </a:lvl5pPr>
            <a:lvl6pPr>
              <a:defRPr sz="2700" b="1">
                <a:solidFill>
                  <a:srgbClr val="29246B"/>
                </a:solidFill>
                <a:latin typeface="Arial"/>
                <a:ea typeface="Arial"/>
                <a:cs typeface="Arial"/>
              </a:defRPr>
            </a:lvl6pPr>
            <a:lvl7pPr>
              <a:defRPr sz="2700" b="1">
                <a:solidFill>
                  <a:srgbClr val="29246B"/>
                </a:solidFill>
                <a:latin typeface="Arial"/>
                <a:ea typeface="Arial"/>
                <a:cs typeface="Arial"/>
              </a:defRPr>
            </a:lvl7pPr>
            <a:lvl8pPr>
              <a:defRPr sz="2700" b="1">
                <a:solidFill>
                  <a:srgbClr val="29246B"/>
                </a:solidFill>
                <a:latin typeface="Arial"/>
                <a:ea typeface="Arial"/>
                <a:cs typeface="Arial"/>
              </a:defRPr>
            </a:lvl8pPr>
            <a:lvl9pPr>
              <a:defRPr sz="2700" b="1">
                <a:solidFill>
                  <a:srgbClr val="29246B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700" b="1">
                <a:solidFill>
                  <a:srgbClr val="29246B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29246B"/>
                </a:solidFill>
                <a:latin typeface="Arial"/>
                <a:ea typeface="Arial"/>
                <a:cs typeface="Arial"/>
              </a:rPr>
              <a:t>«Мне обещают монеты.</a:t>
            </a:r>
          </a:p>
          <a:p>
            <a:pPr>
              <a:defRPr sz="2700" b="1">
                <a:solidFill>
                  <a:srgbClr val="29246B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29246B"/>
                </a:solidFill>
                <a:latin typeface="Arial"/>
                <a:ea typeface="Arial"/>
                <a:cs typeface="Arial"/>
              </a:rPr>
              <a:t>Можно дать пароль?»</a:t>
            </a:r>
          </a:p>
        </p:txBody>
      </p:sp>
      <p:sp>
        <p:nvSpPr>
          <p:cNvPr id="4" name="Подложка">
            <a:extLst>
              <a:ext uri="{FF2B5EF4-FFF2-40B4-BE49-F238E27FC236}">
                <a16:creationId xmlns:a16="http://schemas.microsoft.com/office/drawing/2014/main" id="{A40145FB-BDE4-4340-8B61-AA98C443CE6F}"/>
              </a:ext>
            </a:extLst>
          </p:cNvPr>
          <p:cNvSpPr>
            <a:spLocks noGrp="1"/>
          </p:cNvSpPr>
          <p:nvPr/>
        </p:nvSpPr>
        <p:spPr>
          <a:xfrm>
            <a:off x="609600" y="4486275"/>
            <a:ext cx="6096000" cy="1133475"/>
          </a:xfrm>
          <a:prstGeom prst="roundRect">
            <a:avLst>
              <a:gd name="adj" fmla="val 20168"/>
            </a:avLst>
          </a:prstGeom>
          <a:solidFill>
            <a:srgbClr val="DDF8E9"/>
          </a:solidFill>
          <a:ln w="0">
            <a:noFill/>
          </a:ln>
        </p:spPr>
      </p:sp>
      <p:sp>
        <p:nvSpPr>
          <p:cNvPr id="5" name="Учимся замечать подвох&#10;на понятных примерах">
            <a:extLst>
              <a:ext uri="{FF2B5EF4-FFF2-40B4-BE49-F238E27FC236}">
                <a16:creationId xmlns:a16="http://schemas.microsoft.com/office/drawing/2014/main" id="{EF6CA8FA-F27E-487D-99A7-8EB477DAF974}"/>
              </a:ext>
            </a:extLst>
          </p:cNvPr>
          <p:cNvSpPr>
            <a:spLocks noGrp="1"/>
          </p:cNvSpPr>
          <p:nvPr/>
        </p:nvSpPr>
        <p:spPr>
          <a:xfrm>
            <a:off x="895350" y="4714875"/>
            <a:ext cx="5572125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250" b="1">
                <a:solidFill>
                  <a:srgbClr val="29246B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29246B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29246B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29246B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29246B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29246B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29246B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29246B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29246B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29246B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250" b="1">
                <a:solidFill>
                  <a:srgbClr val="29246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9246B"/>
                </a:solidFill>
                <a:latin typeface="Arial"/>
                <a:ea typeface="Arial"/>
                <a:cs typeface="Arial"/>
              </a:rPr>
              <a:t>Учимся замечать подвох</a:t>
            </a:r>
          </a:p>
          <a:p>
            <a:pPr>
              <a:defRPr sz="2250" b="1">
                <a:solidFill>
                  <a:srgbClr val="29246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9246B"/>
                </a:solidFill>
                <a:latin typeface="Arial"/>
                <a:ea typeface="Arial"/>
                <a:cs typeface="Arial"/>
              </a:rPr>
              <a:t>на понятных примерах</a:t>
            </a:r>
          </a:p>
        </p:txBody>
      </p:sp>
      <p:sp>
        <p:nvSpPr>
          <p:cNvPr id="6" name="Подложка">
            <a:extLst>
              <a:ext uri="{FF2B5EF4-FFF2-40B4-BE49-F238E27FC236}">
                <a16:creationId xmlns:a16="http://schemas.microsoft.com/office/drawing/2014/main" id="{7BF92DA8-9ADE-40A8-A376-AAA9D296F9B1}"/>
              </a:ext>
            </a:extLst>
          </p:cNvPr>
          <p:cNvSpPr>
            <a:spLocks noGrp="1"/>
          </p:cNvSpPr>
          <p:nvPr/>
        </p:nvSpPr>
        <p:spPr>
          <a:xfrm>
            <a:off x="7086600" y="1514475"/>
            <a:ext cx="2133600" cy="4162425"/>
          </a:xfrm>
          <a:prstGeom prst="roundRect">
            <a:avLst>
              <a:gd name="adj" fmla="val 11161"/>
            </a:avLst>
          </a:prstGeom>
          <a:solidFill>
            <a:srgbClr val="ECE8FF"/>
          </a:solidFill>
          <a:ln w="0">
            <a:noFill/>
          </a:ln>
        </p:spPr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280F5D7D-EA60-4550-907A-3EE0A19E3E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200900" y="1666896"/>
            <a:ext cx="1905000" cy="3386667"/>
          </a:xfrm>
          <a:prstGeom prst="rect">
            <a:avLst/>
          </a:prstGeom>
        </p:spPr>
      </p:pic>
      <p:sp>
        <p:nvSpPr>
          <p:cNvPr id="8" name="Залипательно">
            <a:extLst>
              <a:ext uri="{FF2B5EF4-FFF2-40B4-BE49-F238E27FC236}">
                <a16:creationId xmlns:a16="http://schemas.microsoft.com/office/drawing/2014/main" id="{EFD0D441-39F5-49EE-93A3-B78C4E160976}"/>
              </a:ext>
            </a:extLst>
          </p:cNvPr>
          <p:cNvSpPr>
            <a:spLocks noGrp="1"/>
          </p:cNvSpPr>
          <p:nvPr/>
        </p:nvSpPr>
        <p:spPr>
          <a:xfrm>
            <a:off x="7229475" y="5248275"/>
            <a:ext cx="18669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ctr">
              <a:defRPr sz="1650" b="1">
                <a:solidFill>
                  <a:srgbClr val="29246B"/>
                </a:solidFill>
                <a:latin typeface="Arial"/>
                <a:ea typeface="Arial"/>
                <a:cs typeface="Arial"/>
              </a:defRPr>
            </a:defPPr>
            <a:lvl1pPr algn="ctr">
              <a:defRPr sz="1650" b="1">
                <a:solidFill>
                  <a:srgbClr val="29246B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 b="1">
                <a:solidFill>
                  <a:srgbClr val="29246B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 b="1">
                <a:solidFill>
                  <a:srgbClr val="29246B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 b="1">
                <a:solidFill>
                  <a:srgbClr val="29246B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 b="1">
                <a:solidFill>
                  <a:srgbClr val="29246B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 b="1">
                <a:solidFill>
                  <a:srgbClr val="29246B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 b="1">
                <a:solidFill>
                  <a:srgbClr val="29246B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 b="1">
                <a:solidFill>
                  <a:srgbClr val="29246B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 b="1">
                <a:solidFill>
                  <a:srgbClr val="29246B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650" b="1">
                <a:solidFill>
                  <a:srgbClr val="29246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9246B"/>
                </a:solidFill>
                <a:latin typeface="Arial"/>
                <a:ea typeface="Arial"/>
                <a:cs typeface="Arial"/>
              </a:rPr>
              <a:t>Залипательно</a:t>
            </a:r>
          </a:p>
        </p:txBody>
      </p:sp>
      <p:sp>
        <p:nvSpPr>
          <p:cNvPr id="9" name="Подложка">
            <a:extLst>
              <a:ext uri="{FF2B5EF4-FFF2-40B4-BE49-F238E27FC236}">
                <a16:creationId xmlns:a16="http://schemas.microsoft.com/office/drawing/2014/main" id="{EC1D2537-451F-4339-A86D-17315975F95E}"/>
              </a:ext>
            </a:extLst>
          </p:cNvPr>
          <p:cNvSpPr>
            <a:spLocks noGrp="1"/>
          </p:cNvSpPr>
          <p:nvPr/>
        </p:nvSpPr>
        <p:spPr>
          <a:xfrm>
            <a:off x="9448800" y="1514475"/>
            <a:ext cx="2133600" cy="4162425"/>
          </a:xfrm>
          <a:prstGeom prst="roundRect">
            <a:avLst>
              <a:gd name="adj" fmla="val 11161"/>
            </a:avLst>
          </a:prstGeom>
          <a:solidFill>
            <a:srgbClr val="FFF0B5"/>
          </a:solidFill>
          <a:ln w="0">
            <a:noFill/>
          </a:ln>
        </p:spPr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C199828C-E48B-4B7E-834D-12AACA1DB4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9753590" y="1666875"/>
            <a:ext cx="1524019" cy="3386709"/>
          </a:xfrm>
          <a:prstGeom prst="rect">
            <a:avLst/>
          </a:prstGeom>
        </p:spPr>
      </p:pic>
      <p:sp>
        <p:nvSpPr>
          <p:cNvPr id="11" name="Знакомый бег">
            <a:extLst>
              <a:ext uri="{FF2B5EF4-FFF2-40B4-BE49-F238E27FC236}">
                <a16:creationId xmlns:a16="http://schemas.microsoft.com/office/drawing/2014/main" id="{54C378A1-1783-4DAA-83FE-008AF74EA675}"/>
              </a:ext>
            </a:extLst>
          </p:cNvPr>
          <p:cNvSpPr>
            <a:spLocks noGrp="1"/>
          </p:cNvSpPr>
          <p:nvPr/>
        </p:nvSpPr>
        <p:spPr>
          <a:xfrm>
            <a:off x="9591675" y="5248275"/>
            <a:ext cx="184785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ctr">
              <a:defRPr sz="1650" b="1">
                <a:solidFill>
                  <a:srgbClr val="29246B"/>
                </a:solidFill>
                <a:latin typeface="Arial"/>
                <a:ea typeface="Arial"/>
                <a:cs typeface="Arial"/>
              </a:defRPr>
            </a:defPPr>
            <a:lvl1pPr algn="ctr">
              <a:defRPr sz="1650" b="1">
                <a:solidFill>
                  <a:srgbClr val="29246B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 b="1">
                <a:solidFill>
                  <a:srgbClr val="29246B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 b="1">
                <a:solidFill>
                  <a:srgbClr val="29246B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 b="1">
                <a:solidFill>
                  <a:srgbClr val="29246B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 b="1">
                <a:solidFill>
                  <a:srgbClr val="29246B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 b="1">
                <a:solidFill>
                  <a:srgbClr val="29246B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 b="1">
                <a:solidFill>
                  <a:srgbClr val="29246B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 b="1">
                <a:solidFill>
                  <a:srgbClr val="29246B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 b="1">
                <a:solidFill>
                  <a:srgbClr val="29246B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650" b="1">
                <a:solidFill>
                  <a:srgbClr val="29246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9246B"/>
                </a:solidFill>
                <a:latin typeface="Arial"/>
                <a:ea typeface="Arial"/>
                <a:cs typeface="Arial"/>
              </a:rPr>
              <a:t>Знакомый бег</a:t>
            </a: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BBBBA184-4105-4788-B23F-07F58824E8B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609787" y="6191250"/>
            <a:ext cx="1199776" cy="335280"/>
          </a:xfrm>
          <a:prstGeom prst="rect">
            <a:avLst/>
          </a:prstGeom>
        </p:spPr>
      </p:pic>
      <p:sp>
        <p:nvSpPr>
          <p:cNvPr id="13" name="× Красавчики">
            <a:extLst>
              <a:ext uri="{FF2B5EF4-FFF2-40B4-BE49-F238E27FC236}">
                <a16:creationId xmlns:a16="http://schemas.microsoft.com/office/drawing/2014/main" id="{0DD5E6CA-0536-4477-BC26-226165B4960C}"/>
              </a:ext>
            </a:extLst>
          </p:cNvPr>
          <p:cNvSpPr>
            <a:spLocks noGrp="1"/>
          </p:cNvSpPr>
          <p:nvPr/>
        </p:nvSpPr>
        <p:spPr>
          <a:xfrm>
            <a:off x="1952625" y="6219825"/>
            <a:ext cx="2381250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800" b="1" i="1">
                <a:solidFill>
                  <a:srgbClr val="29246B"/>
                </a:solidFill>
                <a:latin typeface="Arial"/>
                <a:ea typeface="Arial"/>
                <a:cs typeface="Arial"/>
              </a:defRPr>
            </a:defPPr>
            <a:lvl1pPr>
              <a:defRPr sz="1800" b="1" i="1">
                <a:solidFill>
                  <a:srgbClr val="29246B"/>
                </a:solidFill>
                <a:latin typeface="Arial"/>
                <a:ea typeface="Arial"/>
                <a:cs typeface="Arial"/>
              </a:defRPr>
            </a:lvl1pPr>
            <a:lvl2pPr>
              <a:defRPr sz="1800" b="1" i="1">
                <a:solidFill>
                  <a:srgbClr val="29246B"/>
                </a:solidFill>
                <a:latin typeface="Arial"/>
                <a:ea typeface="Arial"/>
                <a:cs typeface="Arial"/>
              </a:defRPr>
            </a:lvl2pPr>
            <a:lvl3pPr>
              <a:defRPr sz="1800" b="1" i="1">
                <a:solidFill>
                  <a:srgbClr val="29246B"/>
                </a:solidFill>
                <a:latin typeface="Arial"/>
                <a:ea typeface="Arial"/>
                <a:cs typeface="Arial"/>
              </a:defRPr>
            </a:lvl3pPr>
            <a:lvl4pPr>
              <a:defRPr sz="1800" b="1" i="1">
                <a:solidFill>
                  <a:srgbClr val="29246B"/>
                </a:solidFill>
                <a:latin typeface="Arial"/>
                <a:ea typeface="Arial"/>
                <a:cs typeface="Arial"/>
              </a:defRPr>
            </a:lvl4pPr>
            <a:lvl5pPr>
              <a:defRPr sz="1800" b="1" i="1">
                <a:solidFill>
                  <a:srgbClr val="29246B"/>
                </a:solidFill>
                <a:latin typeface="Arial"/>
                <a:ea typeface="Arial"/>
                <a:cs typeface="Arial"/>
              </a:defRPr>
            </a:lvl5pPr>
            <a:lvl6pPr>
              <a:defRPr sz="1800" b="1" i="1">
                <a:solidFill>
                  <a:srgbClr val="29246B"/>
                </a:solidFill>
                <a:latin typeface="Arial"/>
                <a:ea typeface="Arial"/>
                <a:cs typeface="Arial"/>
              </a:defRPr>
            </a:lvl6pPr>
            <a:lvl7pPr>
              <a:defRPr sz="1800" b="1" i="1">
                <a:solidFill>
                  <a:srgbClr val="29246B"/>
                </a:solidFill>
                <a:latin typeface="Arial"/>
                <a:ea typeface="Arial"/>
                <a:cs typeface="Arial"/>
              </a:defRPr>
            </a:lvl7pPr>
            <a:lvl8pPr>
              <a:defRPr sz="1800" b="1" i="1">
                <a:solidFill>
                  <a:srgbClr val="29246B"/>
                </a:solidFill>
                <a:latin typeface="Arial"/>
                <a:ea typeface="Arial"/>
                <a:cs typeface="Arial"/>
              </a:defRPr>
            </a:lvl8pPr>
            <a:lvl9pPr>
              <a:defRPr sz="1800" b="1" i="1">
                <a:solidFill>
                  <a:srgbClr val="29246B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800" b="1" i="1">
                <a:solidFill>
                  <a:srgbClr val="29246B"/>
                </a:solidFill>
                <a:latin typeface="Arial"/>
                <a:ea typeface="Arial"/>
                <a:cs typeface="Arial"/>
              </a:defRPr>
            </a:pPr>
            <a:r>
              <a:rPr sz="1800" b="1" i="1">
                <a:solidFill>
                  <a:srgbClr val="29246B"/>
                </a:solidFill>
                <a:latin typeface="Arial"/>
                <a:ea typeface="Arial"/>
                <a:cs typeface="Arial"/>
              </a:rPr>
              <a:t>× Красавчики</a:t>
            </a:r>
          </a:p>
        </p:txBody>
      </p:sp>
      <p:sp>
        <p:nvSpPr>
          <p:cNvPr id="14" name="02">
            <a:extLst>
              <a:ext uri="{FF2B5EF4-FFF2-40B4-BE49-F238E27FC236}">
                <a16:creationId xmlns:a16="http://schemas.microsoft.com/office/drawing/2014/main" id="{76746645-6979-4538-9DAA-FFB8BBE62935}"/>
              </a:ext>
            </a:extLst>
          </p:cNvPr>
          <p:cNvSpPr>
            <a:spLocks noGrp="1"/>
          </p:cNvSpPr>
          <p:nvPr/>
        </p:nvSpPr>
        <p:spPr>
          <a:xfrm>
            <a:off x="11049000" y="6248400"/>
            <a:ext cx="5334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r">
              <a:defRPr sz="1575">
                <a:solidFill>
                  <a:srgbClr val="676298"/>
                </a:solidFill>
                <a:latin typeface="Arial"/>
                <a:ea typeface="Arial"/>
                <a:cs typeface="Arial"/>
              </a:defRPr>
            </a:defPPr>
            <a:lvl1pPr algn="r">
              <a:defRPr sz="1575">
                <a:solidFill>
                  <a:srgbClr val="676298"/>
                </a:solidFill>
                <a:latin typeface="Arial"/>
                <a:ea typeface="Arial"/>
                <a:cs typeface="Arial"/>
              </a:defRPr>
            </a:lvl1pPr>
            <a:lvl2pPr algn="r">
              <a:defRPr sz="1575">
                <a:solidFill>
                  <a:srgbClr val="676298"/>
                </a:solidFill>
                <a:latin typeface="Arial"/>
                <a:ea typeface="Arial"/>
                <a:cs typeface="Arial"/>
              </a:defRPr>
            </a:lvl2pPr>
            <a:lvl3pPr algn="r">
              <a:defRPr sz="1575">
                <a:solidFill>
                  <a:srgbClr val="676298"/>
                </a:solidFill>
                <a:latin typeface="Arial"/>
                <a:ea typeface="Arial"/>
                <a:cs typeface="Arial"/>
              </a:defRPr>
            </a:lvl3pPr>
            <a:lvl4pPr algn="r">
              <a:defRPr sz="1575">
                <a:solidFill>
                  <a:srgbClr val="676298"/>
                </a:solidFill>
                <a:latin typeface="Arial"/>
                <a:ea typeface="Arial"/>
                <a:cs typeface="Arial"/>
              </a:defRPr>
            </a:lvl4pPr>
            <a:lvl5pPr algn="r">
              <a:defRPr sz="1575">
                <a:solidFill>
                  <a:srgbClr val="676298"/>
                </a:solidFill>
                <a:latin typeface="Arial"/>
                <a:ea typeface="Arial"/>
                <a:cs typeface="Arial"/>
              </a:defRPr>
            </a:lvl5pPr>
            <a:lvl6pPr algn="r">
              <a:defRPr sz="1575">
                <a:solidFill>
                  <a:srgbClr val="676298"/>
                </a:solidFill>
                <a:latin typeface="Arial"/>
                <a:ea typeface="Arial"/>
                <a:cs typeface="Arial"/>
              </a:defRPr>
            </a:lvl6pPr>
            <a:lvl7pPr algn="r">
              <a:defRPr sz="1575">
                <a:solidFill>
                  <a:srgbClr val="676298"/>
                </a:solidFill>
                <a:latin typeface="Arial"/>
                <a:ea typeface="Arial"/>
                <a:cs typeface="Arial"/>
              </a:defRPr>
            </a:lvl7pPr>
            <a:lvl8pPr algn="r">
              <a:defRPr sz="1575">
                <a:solidFill>
                  <a:srgbClr val="676298"/>
                </a:solidFill>
                <a:latin typeface="Arial"/>
                <a:ea typeface="Arial"/>
                <a:cs typeface="Arial"/>
              </a:defRPr>
            </a:lvl8pPr>
            <a:lvl9pPr algn="r">
              <a:defRPr sz="1575">
                <a:solidFill>
                  <a:srgbClr val="676298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1575">
                <a:solidFill>
                  <a:srgbClr val="676298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67629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2190289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Как решаем">
            <a:extLst>
              <a:ext uri="{FF2B5EF4-FFF2-40B4-BE49-F238E27FC236}">
                <a16:creationId xmlns:a16="http://schemas.microsoft.com/office/drawing/2014/main" id="{696655C3-2B58-4839-AC4E-F17C7FC56CEC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7239000" cy="685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3750" b="1">
                <a:solidFill>
                  <a:srgbClr val="29246B"/>
                </a:solidFill>
                <a:latin typeface="Arial"/>
                <a:ea typeface="Arial"/>
                <a:cs typeface="Arial"/>
              </a:defRPr>
            </a:defPPr>
            <a:lvl1pPr>
              <a:defRPr sz="3750" b="1">
                <a:solidFill>
                  <a:srgbClr val="29246B"/>
                </a:solidFill>
                <a:latin typeface="Arial"/>
                <a:ea typeface="Arial"/>
                <a:cs typeface="Arial"/>
              </a:defRPr>
            </a:lvl1pPr>
            <a:lvl2pPr>
              <a:defRPr sz="3750" b="1">
                <a:solidFill>
                  <a:srgbClr val="29246B"/>
                </a:solidFill>
                <a:latin typeface="Arial"/>
                <a:ea typeface="Arial"/>
                <a:cs typeface="Arial"/>
              </a:defRPr>
            </a:lvl2pPr>
            <a:lvl3pPr>
              <a:defRPr sz="3750" b="1">
                <a:solidFill>
                  <a:srgbClr val="29246B"/>
                </a:solidFill>
                <a:latin typeface="Arial"/>
                <a:ea typeface="Arial"/>
                <a:cs typeface="Arial"/>
              </a:defRPr>
            </a:lvl3pPr>
            <a:lvl4pPr>
              <a:defRPr sz="3750" b="1">
                <a:solidFill>
                  <a:srgbClr val="29246B"/>
                </a:solidFill>
                <a:latin typeface="Arial"/>
                <a:ea typeface="Arial"/>
                <a:cs typeface="Arial"/>
              </a:defRPr>
            </a:lvl4pPr>
            <a:lvl5pPr>
              <a:defRPr sz="3750" b="1">
                <a:solidFill>
                  <a:srgbClr val="29246B"/>
                </a:solidFill>
                <a:latin typeface="Arial"/>
                <a:ea typeface="Arial"/>
                <a:cs typeface="Arial"/>
              </a:defRPr>
            </a:lvl5pPr>
            <a:lvl6pPr>
              <a:defRPr sz="3750" b="1">
                <a:solidFill>
                  <a:srgbClr val="29246B"/>
                </a:solidFill>
                <a:latin typeface="Arial"/>
                <a:ea typeface="Arial"/>
                <a:cs typeface="Arial"/>
              </a:defRPr>
            </a:lvl6pPr>
            <a:lvl7pPr>
              <a:defRPr sz="3750" b="1">
                <a:solidFill>
                  <a:srgbClr val="29246B"/>
                </a:solidFill>
                <a:latin typeface="Arial"/>
                <a:ea typeface="Arial"/>
                <a:cs typeface="Arial"/>
              </a:defRPr>
            </a:lvl7pPr>
            <a:lvl8pPr>
              <a:defRPr sz="3750" b="1">
                <a:solidFill>
                  <a:srgbClr val="29246B"/>
                </a:solidFill>
                <a:latin typeface="Arial"/>
                <a:ea typeface="Arial"/>
                <a:cs typeface="Arial"/>
              </a:defRPr>
            </a:lvl8pPr>
            <a:lvl9pPr>
              <a:defRPr sz="3750" b="1">
                <a:solidFill>
                  <a:srgbClr val="29246B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3750" b="1">
                <a:solidFill>
                  <a:srgbClr val="29246B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29246B"/>
                </a:solidFill>
                <a:latin typeface="Arial"/>
                <a:ea typeface="Arial"/>
                <a:cs typeface="Arial"/>
              </a:rPr>
              <a:t>Как решаем</a:t>
            </a:r>
          </a:p>
        </p:txBody>
      </p:sp>
      <p:sp>
        <p:nvSpPr>
          <p:cNvPr id="2" name="Подложка">
            <a:extLst>
              <a:ext uri="{FF2B5EF4-FFF2-40B4-BE49-F238E27FC236}">
                <a16:creationId xmlns:a16="http://schemas.microsoft.com/office/drawing/2014/main" id="{E70ECB10-3555-4DAD-89AB-2521C9E61454}"/>
              </a:ext>
            </a:extLst>
          </p:cNvPr>
          <p:cNvSpPr>
            <a:spLocks noGrp="1"/>
          </p:cNvSpPr>
          <p:nvPr/>
        </p:nvSpPr>
        <p:spPr>
          <a:xfrm>
            <a:off x="8248650" y="533400"/>
            <a:ext cx="3333750" cy="5467350"/>
          </a:xfrm>
          <a:prstGeom prst="roundRect">
            <a:avLst>
              <a:gd name="adj" fmla="val 8571"/>
            </a:avLst>
          </a:prstGeom>
          <a:solidFill>
            <a:srgbClr val="ECE8FF"/>
          </a:solidFill>
          <a:ln w="0">
            <a:noFill/>
          </a:ln>
        </p:spPr>
      </p:sp>
      <p:sp>
        <p:nvSpPr>
          <p:cNvPr id="3" name="Подложка">
            <a:extLst>
              <a:ext uri="{FF2B5EF4-FFF2-40B4-BE49-F238E27FC236}">
                <a16:creationId xmlns:a16="http://schemas.microsoft.com/office/drawing/2014/main" id="{ED07B83A-C175-4DA1-A705-C78BAA319D47}"/>
              </a:ext>
            </a:extLst>
          </p:cNvPr>
          <p:cNvSpPr>
            <a:spLocks noGrp="1"/>
          </p:cNvSpPr>
          <p:nvPr/>
        </p:nvSpPr>
        <p:spPr>
          <a:xfrm>
            <a:off x="8343900" y="628650"/>
            <a:ext cx="3143250" cy="5276850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0">
            <a:noFill/>
          </a:ln>
        </p:spPr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FE3AE7D-7519-4E74-A3CC-454D87E60E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439321" y="695325"/>
            <a:ext cx="2952409" cy="5148263"/>
          </a:xfrm>
          <a:prstGeom prst="rect">
            <a:avLst/>
          </a:prstGeom>
        </p:spPr>
      </p:pic>
      <p:sp>
        <p:nvSpPr>
          <p:cNvPr id="5" name="Подложка">
            <a:extLst>
              <a:ext uri="{FF2B5EF4-FFF2-40B4-BE49-F238E27FC236}">
                <a16:creationId xmlns:a16="http://schemas.microsoft.com/office/drawing/2014/main" id="{EC177E3F-2D0B-4AE1-98F5-E7355C0CFD63}"/>
              </a:ext>
            </a:extLst>
          </p:cNvPr>
          <p:cNvSpPr>
            <a:spLocks noGrp="1"/>
          </p:cNvSpPr>
          <p:nvPr/>
        </p:nvSpPr>
        <p:spPr>
          <a:xfrm>
            <a:off x="609600" y="1714500"/>
            <a:ext cx="7029450" cy="1866900"/>
          </a:xfrm>
          <a:prstGeom prst="roundRect">
            <a:avLst>
              <a:gd name="adj" fmla="val 13265"/>
            </a:avLst>
          </a:prstGeom>
          <a:solidFill>
            <a:srgbClr val="FFFFFF"/>
          </a:solidFill>
          <a:ln w="0">
            <a:noFill/>
          </a:ln>
        </p:spPr>
      </p:sp>
      <p:sp>
        <p:nvSpPr>
          <p:cNvPr id="6" name="Звонок незнакомца">
            <a:extLst>
              <a:ext uri="{FF2B5EF4-FFF2-40B4-BE49-F238E27FC236}">
                <a16:creationId xmlns:a16="http://schemas.microsoft.com/office/drawing/2014/main" id="{F05A1EB8-103F-4D56-9573-28B842469E37}"/>
              </a:ext>
            </a:extLst>
          </p:cNvPr>
          <p:cNvSpPr>
            <a:spLocks noGrp="1"/>
          </p:cNvSpPr>
          <p:nvPr/>
        </p:nvSpPr>
        <p:spPr>
          <a:xfrm>
            <a:off x="876300" y="1943100"/>
            <a:ext cx="64770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950">
                <a:solidFill>
                  <a:srgbClr val="676298"/>
                </a:solidFill>
                <a:latin typeface="Arial"/>
                <a:ea typeface="Arial"/>
                <a:cs typeface="Arial"/>
              </a:defRPr>
            </a:defPPr>
            <a:lvl1pPr>
              <a:defRPr sz="1950">
                <a:solidFill>
                  <a:srgbClr val="676298"/>
                </a:solidFill>
                <a:latin typeface="Arial"/>
                <a:ea typeface="Arial"/>
                <a:cs typeface="Arial"/>
              </a:defRPr>
            </a:lvl1pPr>
            <a:lvl2pPr>
              <a:defRPr sz="1950">
                <a:solidFill>
                  <a:srgbClr val="676298"/>
                </a:solidFill>
                <a:latin typeface="Arial"/>
                <a:ea typeface="Arial"/>
                <a:cs typeface="Arial"/>
              </a:defRPr>
            </a:lvl2pPr>
            <a:lvl3pPr>
              <a:defRPr sz="1950">
                <a:solidFill>
                  <a:srgbClr val="676298"/>
                </a:solidFill>
                <a:latin typeface="Arial"/>
                <a:ea typeface="Arial"/>
                <a:cs typeface="Arial"/>
              </a:defRPr>
            </a:lvl3pPr>
            <a:lvl4pPr>
              <a:defRPr sz="1950">
                <a:solidFill>
                  <a:srgbClr val="676298"/>
                </a:solidFill>
                <a:latin typeface="Arial"/>
                <a:ea typeface="Arial"/>
                <a:cs typeface="Arial"/>
              </a:defRPr>
            </a:lvl4pPr>
            <a:lvl5pPr>
              <a:defRPr sz="1950">
                <a:solidFill>
                  <a:srgbClr val="676298"/>
                </a:solidFill>
                <a:latin typeface="Arial"/>
                <a:ea typeface="Arial"/>
                <a:cs typeface="Arial"/>
              </a:defRPr>
            </a:lvl5pPr>
            <a:lvl6pPr>
              <a:defRPr sz="1950">
                <a:solidFill>
                  <a:srgbClr val="676298"/>
                </a:solidFill>
                <a:latin typeface="Arial"/>
                <a:ea typeface="Arial"/>
                <a:cs typeface="Arial"/>
              </a:defRPr>
            </a:lvl6pPr>
            <a:lvl7pPr>
              <a:defRPr sz="1950">
                <a:solidFill>
                  <a:srgbClr val="676298"/>
                </a:solidFill>
                <a:latin typeface="Arial"/>
                <a:ea typeface="Arial"/>
                <a:cs typeface="Arial"/>
              </a:defRPr>
            </a:lvl7pPr>
            <a:lvl8pPr>
              <a:defRPr sz="1950">
                <a:solidFill>
                  <a:srgbClr val="676298"/>
                </a:solidFill>
                <a:latin typeface="Arial"/>
                <a:ea typeface="Arial"/>
                <a:cs typeface="Arial"/>
              </a:defRPr>
            </a:lvl8pPr>
            <a:lvl9pPr>
              <a:defRPr sz="1950">
                <a:solidFill>
                  <a:srgbClr val="676298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950">
                <a:solidFill>
                  <a:srgbClr val="676298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676298"/>
                </a:solidFill>
                <a:latin typeface="Arial"/>
                <a:ea typeface="Arial"/>
                <a:cs typeface="Arial"/>
              </a:rPr>
              <a:t>Звонок незнакомца</a:t>
            </a:r>
          </a:p>
        </p:txBody>
      </p:sp>
      <p:sp>
        <p:nvSpPr>
          <p:cNvPr id="7" name="«Назови код из СМС»">
            <a:extLst>
              <a:ext uri="{FF2B5EF4-FFF2-40B4-BE49-F238E27FC236}">
                <a16:creationId xmlns:a16="http://schemas.microsoft.com/office/drawing/2014/main" id="{5DC923D0-55D7-4F96-AA1A-33475AE439E8}"/>
              </a:ext>
            </a:extLst>
          </p:cNvPr>
          <p:cNvSpPr>
            <a:spLocks noGrp="1"/>
          </p:cNvSpPr>
          <p:nvPr/>
        </p:nvSpPr>
        <p:spPr>
          <a:xfrm>
            <a:off x="876300" y="2571750"/>
            <a:ext cx="64770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925" b="1">
                <a:solidFill>
                  <a:srgbClr val="29246B"/>
                </a:solidFill>
                <a:latin typeface="Arial"/>
                <a:ea typeface="Arial"/>
                <a:cs typeface="Arial"/>
              </a:defRPr>
            </a:defPPr>
            <a:lvl1pPr>
              <a:defRPr sz="2925" b="1">
                <a:solidFill>
                  <a:srgbClr val="29246B"/>
                </a:solidFill>
                <a:latin typeface="Arial"/>
                <a:ea typeface="Arial"/>
                <a:cs typeface="Arial"/>
              </a:defRPr>
            </a:lvl1pPr>
            <a:lvl2pPr>
              <a:defRPr sz="2925" b="1">
                <a:solidFill>
                  <a:srgbClr val="29246B"/>
                </a:solidFill>
                <a:latin typeface="Arial"/>
                <a:ea typeface="Arial"/>
                <a:cs typeface="Arial"/>
              </a:defRPr>
            </a:lvl2pPr>
            <a:lvl3pPr>
              <a:defRPr sz="2925" b="1">
                <a:solidFill>
                  <a:srgbClr val="29246B"/>
                </a:solidFill>
                <a:latin typeface="Arial"/>
                <a:ea typeface="Arial"/>
                <a:cs typeface="Arial"/>
              </a:defRPr>
            </a:lvl3pPr>
            <a:lvl4pPr>
              <a:defRPr sz="2925" b="1">
                <a:solidFill>
                  <a:srgbClr val="29246B"/>
                </a:solidFill>
                <a:latin typeface="Arial"/>
                <a:ea typeface="Arial"/>
                <a:cs typeface="Arial"/>
              </a:defRPr>
            </a:lvl4pPr>
            <a:lvl5pPr>
              <a:defRPr sz="2925" b="1">
                <a:solidFill>
                  <a:srgbClr val="29246B"/>
                </a:solidFill>
                <a:latin typeface="Arial"/>
                <a:ea typeface="Arial"/>
                <a:cs typeface="Arial"/>
              </a:defRPr>
            </a:lvl5pPr>
            <a:lvl6pPr>
              <a:defRPr sz="2925" b="1">
                <a:solidFill>
                  <a:srgbClr val="29246B"/>
                </a:solidFill>
                <a:latin typeface="Arial"/>
                <a:ea typeface="Arial"/>
                <a:cs typeface="Arial"/>
              </a:defRPr>
            </a:lvl6pPr>
            <a:lvl7pPr>
              <a:defRPr sz="2925" b="1">
                <a:solidFill>
                  <a:srgbClr val="29246B"/>
                </a:solidFill>
                <a:latin typeface="Arial"/>
                <a:ea typeface="Arial"/>
                <a:cs typeface="Arial"/>
              </a:defRPr>
            </a:lvl7pPr>
            <a:lvl8pPr>
              <a:defRPr sz="2925" b="1">
                <a:solidFill>
                  <a:srgbClr val="29246B"/>
                </a:solidFill>
                <a:latin typeface="Arial"/>
                <a:ea typeface="Arial"/>
                <a:cs typeface="Arial"/>
              </a:defRPr>
            </a:lvl8pPr>
            <a:lvl9pPr>
              <a:defRPr sz="2925" b="1">
                <a:solidFill>
                  <a:srgbClr val="29246B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925" b="1">
                <a:solidFill>
                  <a:srgbClr val="29246B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29246B"/>
                </a:solidFill>
                <a:latin typeface="Arial"/>
                <a:ea typeface="Arial"/>
                <a:cs typeface="Arial"/>
              </a:rPr>
              <a:t>«Назови код из СМС»</a:t>
            </a:r>
          </a:p>
        </p:txBody>
      </p:sp>
      <p:sp>
        <p:nvSpPr>
          <p:cNvPr id="8" name="Подложка">
            <a:extLst>
              <a:ext uri="{FF2B5EF4-FFF2-40B4-BE49-F238E27FC236}">
                <a16:creationId xmlns:a16="http://schemas.microsoft.com/office/drawing/2014/main" id="{53DB7BA7-3633-4872-9FC1-1B8483383131}"/>
              </a:ext>
            </a:extLst>
          </p:cNvPr>
          <p:cNvSpPr>
            <a:spLocks noGrp="1"/>
          </p:cNvSpPr>
          <p:nvPr/>
        </p:nvSpPr>
        <p:spPr>
          <a:xfrm>
            <a:off x="609600" y="3800475"/>
            <a:ext cx="2209800" cy="581025"/>
          </a:xfrm>
          <a:prstGeom prst="roundRect">
            <a:avLst>
              <a:gd name="adj" fmla="val 29508"/>
            </a:avLst>
          </a:prstGeom>
          <a:solidFill>
            <a:srgbClr val="7357E8"/>
          </a:solidFill>
          <a:ln w="0">
            <a:noFill/>
          </a:ln>
        </p:spPr>
      </p:sp>
      <p:sp>
        <p:nvSpPr>
          <p:cNvPr id="9" name="Отказать">
            <a:extLst>
              <a:ext uri="{FF2B5EF4-FFF2-40B4-BE49-F238E27FC236}">
                <a16:creationId xmlns:a16="http://schemas.microsoft.com/office/drawing/2014/main" id="{1B9B8884-A1DB-4F64-B312-4AFDD9C24820}"/>
              </a:ext>
            </a:extLst>
          </p:cNvPr>
          <p:cNvSpPr>
            <a:spLocks noGrp="1"/>
          </p:cNvSpPr>
          <p:nvPr/>
        </p:nvSpPr>
        <p:spPr>
          <a:xfrm>
            <a:off x="723900" y="3962400"/>
            <a:ext cx="19812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ctr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Отказать</a:t>
            </a:r>
          </a:p>
        </p:txBody>
      </p:sp>
      <p:sp>
        <p:nvSpPr>
          <p:cNvPr id="10" name="Подложка">
            <a:extLst>
              <a:ext uri="{FF2B5EF4-FFF2-40B4-BE49-F238E27FC236}">
                <a16:creationId xmlns:a16="http://schemas.microsoft.com/office/drawing/2014/main" id="{0EDC55FD-0A03-439A-825A-7672420039C7}"/>
              </a:ext>
            </a:extLst>
          </p:cNvPr>
          <p:cNvSpPr>
            <a:spLocks noGrp="1"/>
          </p:cNvSpPr>
          <p:nvPr/>
        </p:nvSpPr>
        <p:spPr>
          <a:xfrm>
            <a:off x="2943225" y="3800475"/>
            <a:ext cx="2209800" cy="581025"/>
          </a:xfrm>
          <a:prstGeom prst="roundRect">
            <a:avLst>
              <a:gd name="adj" fmla="val 29508"/>
            </a:avLst>
          </a:prstGeom>
          <a:solidFill>
            <a:srgbClr val="ECE8FF"/>
          </a:solidFill>
          <a:ln w="0">
            <a:noFill/>
          </a:ln>
        </p:spPr>
      </p:sp>
      <p:sp>
        <p:nvSpPr>
          <p:cNvPr id="11" name="Проверить">
            <a:extLst>
              <a:ext uri="{FF2B5EF4-FFF2-40B4-BE49-F238E27FC236}">
                <a16:creationId xmlns:a16="http://schemas.microsoft.com/office/drawing/2014/main" id="{BCD47B88-0708-46BA-A952-DB1D5F1310E8}"/>
              </a:ext>
            </a:extLst>
          </p:cNvPr>
          <p:cNvSpPr>
            <a:spLocks noGrp="1"/>
          </p:cNvSpPr>
          <p:nvPr/>
        </p:nvSpPr>
        <p:spPr>
          <a:xfrm>
            <a:off x="3057525" y="3962400"/>
            <a:ext cx="19812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ctr">
              <a:defRPr sz="2025" b="1">
                <a:solidFill>
                  <a:srgbClr val="29246B"/>
                </a:solidFill>
                <a:latin typeface="Arial"/>
                <a:ea typeface="Arial"/>
                <a:cs typeface="Arial"/>
              </a:defRPr>
            </a:defPPr>
            <a:lvl1pPr algn="ctr">
              <a:defRPr sz="2025" b="1">
                <a:solidFill>
                  <a:srgbClr val="29246B"/>
                </a:solidFill>
                <a:latin typeface="Arial"/>
                <a:ea typeface="Arial"/>
                <a:cs typeface="Arial"/>
              </a:defRPr>
            </a:lvl1pPr>
            <a:lvl2pPr algn="ctr">
              <a:defRPr sz="2025" b="1">
                <a:solidFill>
                  <a:srgbClr val="29246B"/>
                </a:solidFill>
                <a:latin typeface="Arial"/>
                <a:ea typeface="Arial"/>
                <a:cs typeface="Arial"/>
              </a:defRPr>
            </a:lvl2pPr>
            <a:lvl3pPr algn="ctr">
              <a:defRPr sz="2025" b="1">
                <a:solidFill>
                  <a:srgbClr val="29246B"/>
                </a:solidFill>
                <a:latin typeface="Arial"/>
                <a:ea typeface="Arial"/>
                <a:cs typeface="Arial"/>
              </a:defRPr>
            </a:lvl3pPr>
            <a:lvl4pPr algn="ctr">
              <a:defRPr sz="2025" b="1">
                <a:solidFill>
                  <a:srgbClr val="29246B"/>
                </a:solidFill>
                <a:latin typeface="Arial"/>
                <a:ea typeface="Arial"/>
                <a:cs typeface="Arial"/>
              </a:defRPr>
            </a:lvl4pPr>
            <a:lvl5pPr algn="ctr">
              <a:defRPr sz="2025" b="1">
                <a:solidFill>
                  <a:srgbClr val="29246B"/>
                </a:solidFill>
                <a:latin typeface="Arial"/>
                <a:ea typeface="Arial"/>
                <a:cs typeface="Arial"/>
              </a:defRPr>
            </a:lvl5pPr>
            <a:lvl6pPr algn="ctr">
              <a:defRPr sz="2025" b="1">
                <a:solidFill>
                  <a:srgbClr val="29246B"/>
                </a:solidFill>
                <a:latin typeface="Arial"/>
                <a:ea typeface="Arial"/>
                <a:cs typeface="Arial"/>
              </a:defRPr>
            </a:lvl6pPr>
            <a:lvl7pPr algn="ctr">
              <a:defRPr sz="2025" b="1">
                <a:solidFill>
                  <a:srgbClr val="29246B"/>
                </a:solidFill>
                <a:latin typeface="Arial"/>
                <a:ea typeface="Arial"/>
                <a:cs typeface="Arial"/>
              </a:defRPr>
            </a:lvl7pPr>
            <a:lvl8pPr algn="ctr">
              <a:defRPr sz="2025" b="1">
                <a:solidFill>
                  <a:srgbClr val="29246B"/>
                </a:solidFill>
                <a:latin typeface="Arial"/>
                <a:ea typeface="Arial"/>
                <a:cs typeface="Arial"/>
              </a:defRPr>
            </a:lvl8pPr>
            <a:lvl9pPr algn="ctr">
              <a:defRPr sz="2025" b="1">
                <a:solidFill>
                  <a:srgbClr val="29246B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2025" b="1">
                <a:solidFill>
                  <a:srgbClr val="29246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9246B"/>
                </a:solidFill>
                <a:latin typeface="Arial"/>
                <a:ea typeface="Arial"/>
                <a:cs typeface="Arial"/>
              </a:rPr>
              <a:t>Проверить</a:t>
            </a:r>
          </a:p>
        </p:txBody>
      </p:sp>
      <p:sp>
        <p:nvSpPr>
          <p:cNvPr id="12" name="Подложка">
            <a:extLst>
              <a:ext uri="{FF2B5EF4-FFF2-40B4-BE49-F238E27FC236}">
                <a16:creationId xmlns:a16="http://schemas.microsoft.com/office/drawing/2014/main" id="{7C22F966-6254-4DB4-95CA-FF87EBF30D88}"/>
              </a:ext>
            </a:extLst>
          </p:cNvPr>
          <p:cNvSpPr>
            <a:spLocks noGrp="1"/>
          </p:cNvSpPr>
          <p:nvPr/>
        </p:nvSpPr>
        <p:spPr>
          <a:xfrm>
            <a:off x="5276850" y="3800475"/>
            <a:ext cx="2362200" cy="581025"/>
          </a:xfrm>
          <a:prstGeom prst="roundRect">
            <a:avLst>
              <a:gd name="adj" fmla="val 29508"/>
            </a:avLst>
          </a:prstGeom>
          <a:solidFill>
            <a:srgbClr val="ECE8FF"/>
          </a:solidFill>
          <a:ln w="0">
            <a:noFill/>
          </a:ln>
        </p:spPr>
      </p:sp>
      <p:sp>
        <p:nvSpPr>
          <p:cNvPr id="13" name="Можно">
            <a:extLst>
              <a:ext uri="{FF2B5EF4-FFF2-40B4-BE49-F238E27FC236}">
                <a16:creationId xmlns:a16="http://schemas.microsoft.com/office/drawing/2014/main" id="{F744E25C-F53E-4D9E-8407-A3144804D402}"/>
              </a:ext>
            </a:extLst>
          </p:cNvPr>
          <p:cNvSpPr>
            <a:spLocks noGrp="1"/>
          </p:cNvSpPr>
          <p:nvPr/>
        </p:nvSpPr>
        <p:spPr>
          <a:xfrm>
            <a:off x="5391150" y="3962400"/>
            <a:ext cx="21336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ctr">
              <a:defRPr sz="2025" b="1">
                <a:solidFill>
                  <a:srgbClr val="29246B"/>
                </a:solidFill>
                <a:latin typeface="Arial"/>
                <a:ea typeface="Arial"/>
                <a:cs typeface="Arial"/>
              </a:defRPr>
            </a:defPPr>
            <a:lvl1pPr algn="ctr">
              <a:defRPr sz="2025" b="1">
                <a:solidFill>
                  <a:srgbClr val="29246B"/>
                </a:solidFill>
                <a:latin typeface="Arial"/>
                <a:ea typeface="Arial"/>
                <a:cs typeface="Arial"/>
              </a:defRPr>
            </a:lvl1pPr>
            <a:lvl2pPr algn="ctr">
              <a:defRPr sz="2025" b="1">
                <a:solidFill>
                  <a:srgbClr val="29246B"/>
                </a:solidFill>
                <a:latin typeface="Arial"/>
                <a:ea typeface="Arial"/>
                <a:cs typeface="Arial"/>
              </a:defRPr>
            </a:lvl2pPr>
            <a:lvl3pPr algn="ctr">
              <a:defRPr sz="2025" b="1">
                <a:solidFill>
                  <a:srgbClr val="29246B"/>
                </a:solidFill>
                <a:latin typeface="Arial"/>
                <a:ea typeface="Arial"/>
                <a:cs typeface="Arial"/>
              </a:defRPr>
            </a:lvl3pPr>
            <a:lvl4pPr algn="ctr">
              <a:defRPr sz="2025" b="1">
                <a:solidFill>
                  <a:srgbClr val="29246B"/>
                </a:solidFill>
                <a:latin typeface="Arial"/>
                <a:ea typeface="Arial"/>
                <a:cs typeface="Arial"/>
              </a:defRPr>
            </a:lvl4pPr>
            <a:lvl5pPr algn="ctr">
              <a:defRPr sz="2025" b="1">
                <a:solidFill>
                  <a:srgbClr val="29246B"/>
                </a:solidFill>
                <a:latin typeface="Arial"/>
                <a:ea typeface="Arial"/>
                <a:cs typeface="Arial"/>
              </a:defRPr>
            </a:lvl5pPr>
            <a:lvl6pPr algn="ctr">
              <a:defRPr sz="2025" b="1">
                <a:solidFill>
                  <a:srgbClr val="29246B"/>
                </a:solidFill>
                <a:latin typeface="Arial"/>
                <a:ea typeface="Arial"/>
                <a:cs typeface="Arial"/>
              </a:defRPr>
            </a:lvl6pPr>
            <a:lvl7pPr algn="ctr">
              <a:defRPr sz="2025" b="1">
                <a:solidFill>
                  <a:srgbClr val="29246B"/>
                </a:solidFill>
                <a:latin typeface="Arial"/>
                <a:ea typeface="Arial"/>
                <a:cs typeface="Arial"/>
              </a:defRPr>
            </a:lvl7pPr>
            <a:lvl8pPr algn="ctr">
              <a:defRPr sz="2025" b="1">
                <a:solidFill>
                  <a:srgbClr val="29246B"/>
                </a:solidFill>
                <a:latin typeface="Arial"/>
                <a:ea typeface="Arial"/>
                <a:cs typeface="Arial"/>
              </a:defRPr>
            </a:lvl8pPr>
            <a:lvl9pPr algn="ctr">
              <a:defRPr sz="2025" b="1">
                <a:solidFill>
                  <a:srgbClr val="29246B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2025" b="1">
                <a:solidFill>
                  <a:srgbClr val="29246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9246B"/>
                </a:solidFill>
                <a:latin typeface="Arial"/>
                <a:ea typeface="Arial"/>
                <a:cs typeface="Arial"/>
              </a:rPr>
              <a:t>Можно</a:t>
            </a:r>
          </a:p>
        </p:txBody>
      </p:sp>
      <p:sp>
        <p:nvSpPr>
          <p:cNvPr id="14" name="Подложка">
            <a:extLst>
              <a:ext uri="{FF2B5EF4-FFF2-40B4-BE49-F238E27FC236}">
                <a16:creationId xmlns:a16="http://schemas.microsoft.com/office/drawing/2014/main" id="{1F036C47-62E3-414D-BF15-E0B4F962D81E}"/>
              </a:ext>
            </a:extLst>
          </p:cNvPr>
          <p:cNvSpPr>
            <a:spLocks noGrp="1"/>
          </p:cNvSpPr>
          <p:nvPr/>
        </p:nvSpPr>
        <p:spPr>
          <a:xfrm>
            <a:off x="609600" y="4695825"/>
            <a:ext cx="7029450" cy="1114425"/>
          </a:xfrm>
          <a:prstGeom prst="roundRect">
            <a:avLst>
              <a:gd name="adj" fmla="val 20513"/>
            </a:avLst>
          </a:prstGeom>
          <a:solidFill>
            <a:srgbClr val="DDF8E9"/>
          </a:solidFill>
          <a:ln w="0">
            <a:noFill/>
          </a:ln>
        </p:spPr>
      </p:sp>
      <p:sp>
        <p:nvSpPr>
          <p:cNvPr id="15" name="Тренируем привычку выбирать&#10;безопасные действия в ">
            <a:extLst>
              <a:ext uri="{FF2B5EF4-FFF2-40B4-BE49-F238E27FC236}">
                <a16:creationId xmlns:a16="http://schemas.microsoft.com/office/drawing/2014/main" id="{8504EA08-D8EC-45E5-B7D2-72EDC2228E9F}"/>
              </a:ext>
            </a:extLst>
          </p:cNvPr>
          <p:cNvSpPr>
            <a:spLocks noGrp="1"/>
          </p:cNvSpPr>
          <p:nvPr/>
        </p:nvSpPr>
        <p:spPr>
          <a:xfrm>
            <a:off x="876300" y="4905375"/>
            <a:ext cx="64770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250" b="1">
                <a:solidFill>
                  <a:srgbClr val="29246B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29246B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29246B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29246B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29246B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29246B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29246B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29246B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29246B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29246B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250" b="1">
                <a:solidFill>
                  <a:srgbClr val="29246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9246B"/>
                </a:solidFill>
                <a:latin typeface="Arial"/>
                <a:ea typeface="Arial"/>
                <a:cs typeface="Arial"/>
              </a:rPr>
              <a:t>Тренируем привычку выбирать</a:t>
            </a:r>
          </a:p>
          <a:p>
            <a:pPr>
              <a:defRPr sz="2250" b="1">
                <a:solidFill>
                  <a:srgbClr val="29246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9246B"/>
                </a:solidFill>
                <a:latin typeface="Arial"/>
                <a:ea typeface="Arial"/>
                <a:cs typeface="Arial"/>
              </a:rPr>
              <a:t>безопасные действия в игре и в жизни</a:t>
            </a:r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E79894E7-66DF-4D63-858C-CD47602EB4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09787" y="6191250"/>
            <a:ext cx="1199776" cy="335280"/>
          </a:xfrm>
          <a:prstGeom prst="rect">
            <a:avLst/>
          </a:prstGeom>
        </p:spPr>
      </p:pic>
      <p:sp>
        <p:nvSpPr>
          <p:cNvPr id="17" name="× Красавчики">
            <a:extLst>
              <a:ext uri="{FF2B5EF4-FFF2-40B4-BE49-F238E27FC236}">
                <a16:creationId xmlns:a16="http://schemas.microsoft.com/office/drawing/2014/main" id="{08F20254-5240-4797-B5DC-74D9064E4C54}"/>
              </a:ext>
            </a:extLst>
          </p:cNvPr>
          <p:cNvSpPr>
            <a:spLocks noGrp="1"/>
          </p:cNvSpPr>
          <p:nvPr/>
        </p:nvSpPr>
        <p:spPr>
          <a:xfrm>
            <a:off x="1952625" y="6219825"/>
            <a:ext cx="2381250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800" b="1" i="1">
                <a:solidFill>
                  <a:srgbClr val="29246B"/>
                </a:solidFill>
                <a:latin typeface="Arial"/>
                <a:ea typeface="Arial"/>
                <a:cs typeface="Arial"/>
              </a:defRPr>
            </a:defPPr>
            <a:lvl1pPr>
              <a:defRPr sz="1800" b="1" i="1">
                <a:solidFill>
                  <a:srgbClr val="29246B"/>
                </a:solidFill>
                <a:latin typeface="Arial"/>
                <a:ea typeface="Arial"/>
                <a:cs typeface="Arial"/>
              </a:defRPr>
            </a:lvl1pPr>
            <a:lvl2pPr>
              <a:defRPr sz="1800" b="1" i="1">
                <a:solidFill>
                  <a:srgbClr val="29246B"/>
                </a:solidFill>
                <a:latin typeface="Arial"/>
                <a:ea typeface="Arial"/>
                <a:cs typeface="Arial"/>
              </a:defRPr>
            </a:lvl2pPr>
            <a:lvl3pPr>
              <a:defRPr sz="1800" b="1" i="1">
                <a:solidFill>
                  <a:srgbClr val="29246B"/>
                </a:solidFill>
                <a:latin typeface="Arial"/>
                <a:ea typeface="Arial"/>
                <a:cs typeface="Arial"/>
              </a:defRPr>
            </a:lvl3pPr>
            <a:lvl4pPr>
              <a:defRPr sz="1800" b="1" i="1">
                <a:solidFill>
                  <a:srgbClr val="29246B"/>
                </a:solidFill>
                <a:latin typeface="Arial"/>
                <a:ea typeface="Arial"/>
                <a:cs typeface="Arial"/>
              </a:defRPr>
            </a:lvl4pPr>
            <a:lvl5pPr>
              <a:defRPr sz="1800" b="1" i="1">
                <a:solidFill>
                  <a:srgbClr val="29246B"/>
                </a:solidFill>
                <a:latin typeface="Arial"/>
                <a:ea typeface="Arial"/>
                <a:cs typeface="Arial"/>
              </a:defRPr>
            </a:lvl5pPr>
            <a:lvl6pPr>
              <a:defRPr sz="1800" b="1" i="1">
                <a:solidFill>
                  <a:srgbClr val="29246B"/>
                </a:solidFill>
                <a:latin typeface="Arial"/>
                <a:ea typeface="Arial"/>
                <a:cs typeface="Arial"/>
              </a:defRPr>
            </a:lvl6pPr>
            <a:lvl7pPr>
              <a:defRPr sz="1800" b="1" i="1">
                <a:solidFill>
                  <a:srgbClr val="29246B"/>
                </a:solidFill>
                <a:latin typeface="Arial"/>
                <a:ea typeface="Arial"/>
                <a:cs typeface="Arial"/>
              </a:defRPr>
            </a:lvl7pPr>
            <a:lvl8pPr>
              <a:defRPr sz="1800" b="1" i="1">
                <a:solidFill>
                  <a:srgbClr val="29246B"/>
                </a:solidFill>
                <a:latin typeface="Arial"/>
                <a:ea typeface="Arial"/>
                <a:cs typeface="Arial"/>
              </a:defRPr>
            </a:lvl8pPr>
            <a:lvl9pPr>
              <a:defRPr sz="1800" b="1" i="1">
                <a:solidFill>
                  <a:srgbClr val="29246B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800" b="1" i="1">
                <a:solidFill>
                  <a:srgbClr val="29246B"/>
                </a:solidFill>
                <a:latin typeface="Arial"/>
                <a:ea typeface="Arial"/>
                <a:cs typeface="Arial"/>
              </a:defRPr>
            </a:pPr>
            <a:r>
              <a:rPr sz="1800" b="1" i="1">
                <a:solidFill>
                  <a:srgbClr val="29246B"/>
                </a:solidFill>
                <a:latin typeface="Arial"/>
                <a:ea typeface="Arial"/>
                <a:cs typeface="Arial"/>
              </a:rPr>
              <a:t>× Красавчики</a:t>
            </a:r>
          </a:p>
        </p:txBody>
      </p:sp>
      <p:sp>
        <p:nvSpPr>
          <p:cNvPr id="18" name="03">
            <a:extLst>
              <a:ext uri="{FF2B5EF4-FFF2-40B4-BE49-F238E27FC236}">
                <a16:creationId xmlns:a16="http://schemas.microsoft.com/office/drawing/2014/main" id="{8DDA2C29-9393-4307-BB9E-92C8F5926CAC}"/>
              </a:ext>
            </a:extLst>
          </p:cNvPr>
          <p:cNvSpPr>
            <a:spLocks noGrp="1"/>
          </p:cNvSpPr>
          <p:nvPr/>
        </p:nvSpPr>
        <p:spPr>
          <a:xfrm>
            <a:off x="11049000" y="6248400"/>
            <a:ext cx="5334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r">
              <a:defRPr sz="1575">
                <a:solidFill>
                  <a:srgbClr val="676298"/>
                </a:solidFill>
                <a:latin typeface="Arial"/>
                <a:ea typeface="Arial"/>
                <a:cs typeface="Arial"/>
              </a:defRPr>
            </a:defPPr>
            <a:lvl1pPr algn="r">
              <a:defRPr sz="1575">
                <a:solidFill>
                  <a:srgbClr val="676298"/>
                </a:solidFill>
                <a:latin typeface="Arial"/>
                <a:ea typeface="Arial"/>
                <a:cs typeface="Arial"/>
              </a:defRPr>
            </a:lvl1pPr>
            <a:lvl2pPr algn="r">
              <a:defRPr sz="1575">
                <a:solidFill>
                  <a:srgbClr val="676298"/>
                </a:solidFill>
                <a:latin typeface="Arial"/>
                <a:ea typeface="Arial"/>
                <a:cs typeface="Arial"/>
              </a:defRPr>
            </a:lvl2pPr>
            <a:lvl3pPr algn="r">
              <a:defRPr sz="1575">
                <a:solidFill>
                  <a:srgbClr val="676298"/>
                </a:solidFill>
                <a:latin typeface="Arial"/>
                <a:ea typeface="Arial"/>
                <a:cs typeface="Arial"/>
              </a:defRPr>
            </a:lvl3pPr>
            <a:lvl4pPr algn="r">
              <a:defRPr sz="1575">
                <a:solidFill>
                  <a:srgbClr val="676298"/>
                </a:solidFill>
                <a:latin typeface="Arial"/>
                <a:ea typeface="Arial"/>
                <a:cs typeface="Arial"/>
              </a:defRPr>
            </a:lvl4pPr>
            <a:lvl5pPr algn="r">
              <a:defRPr sz="1575">
                <a:solidFill>
                  <a:srgbClr val="676298"/>
                </a:solidFill>
                <a:latin typeface="Arial"/>
                <a:ea typeface="Arial"/>
                <a:cs typeface="Arial"/>
              </a:defRPr>
            </a:lvl5pPr>
            <a:lvl6pPr algn="r">
              <a:defRPr sz="1575">
                <a:solidFill>
                  <a:srgbClr val="676298"/>
                </a:solidFill>
                <a:latin typeface="Arial"/>
                <a:ea typeface="Arial"/>
                <a:cs typeface="Arial"/>
              </a:defRPr>
            </a:lvl6pPr>
            <a:lvl7pPr algn="r">
              <a:defRPr sz="1575">
                <a:solidFill>
                  <a:srgbClr val="676298"/>
                </a:solidFill>
                <a:latin typeface="Arial"/>
                <a:ea typeface="Arial"/>
                <a:cs typeface="Arial"/>
              </a:defRPr>
            </a:lvl7pPr>
            <a:lvl8pPr algn="r">
              <a:defRPr sz="1575">
                <a:solidFill>
                  <a:srgbClr val="676298"/>
                </a:solidFill>
                <a:latin typeface="Arial"/>
                <a:ea typeface="Arial"/>
                <a:cs typeface="Arial"/>
              </a:defRPr>
            </a:lvl8pPr>
            <a:lvl9pPr algn="r">
              <a:defRPr sz="1575">
                <a:solidFill>
                  <a:srgbClr val="676298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1575">
                <a:solidFill>
                  <a:srgbClr val="676298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67629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9191314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Механика игры">
            <a:extLst>
              <a:ext uri="{FF2B5EF4-FFF2-40B4-BE49-F238E27FC236}">
                <a16:creationId xmlns:a16="http://schemas.microsoft.com/office/drawing/2014/main" id="{311B12BD-2C5A-4AAB-8219-B713F3502726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7239000" cy="685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3750" b="1">
                <a:solidFill>
                  <a:srgbClr val="29246B"/>
                </a:solidFill>
                <a:latin typeface="Arial"/>
                <a:ea typeface="Arial"/>
                <a:cs typeface="Arial"/>
              </a:defRPr>
            </a:defPPr>
            <a:lvl1pPr>
              <a:defRPr sz="3750" b="1">
                <a:solidFill>
                  <a:srgbClr val="29246B"/>
                </a:solidFill>
                <a:latin typeface="Arial"/>
                <a:ea typeface="Arial"/>
                <a:cs typeface="Arial"/>
              </a:defRPr>
            </a:lvl1pPr>
            <a:lvl2pPr>
              <a:defRPr sz="3750" b="1">
                <a:solidFill>
                  <a:srgbClr val="29246B"/>
                </a:solidFill>
                <a:latin typeface="Arial"/>
                <a:ea typeface="Arial"/>
                <a:cs typeface="Arial"/>
              </a:defRPr>
            </a:lvl2pPr>
            <a:lvl3pPr>
              <a:defRPr sz="3750" b="1">
                <a:solidFill>
                  <a:srgbClr val="29246B"/>
                </a:solidFill>
                <a:latin typeface="Arial"/>
                <a:ea typeface="Arial"/>
                <a:cs typeface="Arial"/>
              </a:defRPr>
            </a:lvl3pPr>
            <a:lvl4pPr>
              <a:defRPr sz="3750" b="1">
                <a:solidFill>
                  <a:srgbClr val="29246B"/>
                </a:solidFill>
                <a:latin typeface="Arial"/>
                <a:ea typeface="Arial"/>
                <a:cs typeface="Arial"/>
              </a:defRPr>
            </a:lvl4pPr>
            <a:lvl5pPr>
              <a:defRPr sz="3750" b="1">
                <a:solidFill>
                  <a:srgbClr val="29246B"/>
                </a:solidFill>
                <a:latin typeface="Arial"/>
                <a:ea typeface="Arial"/>
                <a:cs typeface="Arial"/>
              </a:defRPr>
            </a:lvl5pPr>
            <a:lvl6pPr>
              <a:defRPr sz="3750" b="1">
                <a:solidFill>
                  <a:srgbClr val="29246B"/>
                </a:solidFill>
                <a:latin typeface="Arial"/>
                <a:ea typeface="Arial"/>
                <a:cs typeface="Arial"/>
              </a:defRPr>
            </a:lvl6pPr>
            <a:lvl7pPr>
              <a:defRPr sz="3750" b="1">
                <a:solidFill>
                  <a:srgbClr val="29246B"/>
                </a:solidFill>
                <a:latin typeface="Arial"/>
                <a:ea typeface="Arial"/>
                <a:cs typeface="Arial"/>
              </a:defRPr>
            </a:lvl7pPr>
            <a:lvl8pPr>
              <a:defRPr sz="3750" b="1">
                <a:solidFill>
                  <a:srgbClr val="29246B"/>
                </a:solidFill>
                <a:latin typeface="Arial"/>
                <a:ea typeface="Arial"/>
                <a:cs typeface="Arial"/>
              </a:defRPr>
            </a:lvl8pPr>
            <a:lvl9pPr>
              <a:defRPr sz="3750" b="1">
                <a:solidFill>
                  <a:srgbClr val="29246B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3750" b="1">
                <a:solidFill>
                  <a:srgbClr val="29246B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29246B"/>
                </a:solidFill>
                <a:latin typeface="Arial"/>
                <a:ea typeface="Arial"/>
                <a:cs typeface="Arial"/>
              </a:rPr>
              <a:t>Механика игры</a:t>
            </a:r>
          </a:p>
        </p:txBody>
      </p:sp>
      <p:sp>
        <p:nvSpPr>
          <p:cNvPr id="2" name="Подложка">
            <a:extLst>
              <a:ext uri="{FF2B5EF4-FFF2-40B4-BE49-F238E27FC236}">
                <a16:creationId xmlns:a16="http://schemas.microsoft.com/office/drawing/2014/main" id="{E4D5FE91-F596-48A4-919F-688FEDBB9C7D}"/>
              </a:ext>
            </a:extLst>
          </p:cNvPr>
          <p:cNvSpPr>
            <a:spLocks noGrp="1"/>
          </p:cNvSpPr>
          <p:nvPr/>
        </p:nvSpPr>
        <p:spPr>
          <a:xfrm>
            <a:off x="8248650" y="533400"/>
            <a:ext cx="3333750" cy="5467350"/>
          </a:xfrm>
          <a:prstGeom prst="roundRect">
            <a:avLst>
              <a:gd name="adj" fmla="val 8571"/>
            </a:avLst>
          </a:prstGeom>
          <a:solidFill>
            <a:srgbClr val="ECE8FF"/>
          </a:solidFill>
          <a:ln w="0">
            <a:noFill/>
          </a:ln>
        </p:spPr>
      </p:sp>
      <p:sp>
        <p:nvSpPr>
          <p:cNvPr id="3" name="Подложка">
            <a:extLst>
              <a:ext uri="{FF2B5EF4-FFF2-40B4-BE49-F238E27FC236}">
                <a16:creationId xmlns:a16="http://schemas.microsoft.com/office/drawing/2014/main" id="{FF8C6331-BEE4-421D-8F41-5CE0208FF7E8}"/>
              </a:ext>
            </a:extLst>
          </p:cNvPr>
          <p:cNvSpPr>
            <a:spLocks noGrp="1"/>
          </p:cNvSpPr>
          <p:nvPr/>
        </p:nvSpPr>
        <p:spPr>
          <a:xfrm>
            <a:off x="8343900" y="628650"/>
            <a:ext cx="3143250" cy="5276850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0">
            <a:noFill/>
          </a:ln>
        </p:spPr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EE3C3D8-2DA7-47FF-891E-C9AEC58485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439321" y="695325"/>
            <a:ext cx="2952409" cy="5148263"/>
          </a:xfrm>
          <a:prstGeom prst="rect">
            <a:avLst/>
          </a:prstGeom>
        </p:spPr>
      </p:pic>
      <p:sp>
        <p:nvSpPr>
          <p:cNvPr id="5" name="Обходи ящики,&#10;отвечай на вопросы&#10;и собирай монеты">
            <a:extLst>
              <a:ext uri="{FF2B5EF4-FFF2-40B4-BE49-F238E27FC236}">
                <a16:creationId xmlns:a16="http://schemas.microsoft.com/office/drawing/2014/main" id="{85E1A3A0-43BB-432D-BEF6-077EE5D5F177}"/>
              </a:ext>
            </a:extLst>
          </p:cNvPr>
          <p:cNvSpPr>
            <a:spLocks noGrp="1"/>
          </p:cNvSpPr>
          <p:nvPr/>
        </p:nvSpPr>
        <p:spPr>
          <a:xfrm>
            <a:off x="609600" y="1657350"/>
            <a:ext cx="7096125" cy="1428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850" b="1">
                <a:solidFill>
                  <a:srgbClr val="29246B"/>
                </a:solidFill>
                <a:latin typeface="Arial"/>
                <a:ea typeface="Arial"/>
                <a:cs typeface="Arial"/>
              </a:defRPr>
            </a:defPPr>
            <a:lvl1pPr>
              <a:defRPr sz="2850" b="1">
                <a:solidFill>
                  <a:srgbClr val="29246B"/>
                </a:solidFill>
                <a:latin typeface="Arial"/>
                <a:ea typeface="Arial"/>
                <a:cs typeface="Arial"/>
              </a:defRPr>
            </a:lvl1pPr>
            <a:lvl2pPr>
              <a:defRPr sz="2850" b="1">
                <a:solidFill>
                  <a:srgbClr val="29246B"/>
                </a:solidFill>
                <a:latin typeface="Arial"/>
                <a:ea typeface="Arial"/>
                <a:cs typeface="Arial"/>
              </a:defRPr>
            </a:lvl2pPr>
            <a:lvl3pPr>
              <a:defRPr sz="2850" b="1">
                <a:solidFill>
                  <a:srgbClr val="29246B"/>
                </a:solidFill>
                <a:latin typeface="Arial"/>
                <a:ea typeface="Arial"/>
                <a:cs typeface="Arial"/>
              </a:defRPr>
            </a:lvl3pPr>
            <a:lvl4pPr>
              <a:defRPr sz="2850" b="1">
                <a:solidFill>
                  <a:srgbClr val="29246B"/>
                </a:solidFill>
                <a:latin typeface="Arial"/>
                <a:ea typeface="Arial"/>
                <a:cs typeface="Arial"/>
              </a:defRPr>
            </a:lvl4pPr>
            <a:lvl5pPr>
              <a:defRPr sz="2850" b="1">
                <a:solidFill>
                  <a:srgbClr val="29246B"/>
                </a:solidFill>
                <a:latin typeface="Arial"/>
                <a:ea typeface="Arial"/>
                <a:cs typeface="Arial"/>
              </a:defRPr>
            </a:lvl5pPr>
            <a:lvl6pPr>
              <a:defRPr sz="2850" b="1">
                <a:solidFill>
                  <a:srgbClr val="29246B"/>
                </a:solidFill>
                <a:latin typeface="Arial"/>
                <a:ea typeface="Arial"/>
                <a:cs typeface="Arial"/>
              </a:defRPr>
            </a:lvl6pPr>
            <a:lvl7pPr>
              <a:defRPr sz="2850" b="1">
                <a:solidFill>
                  <a:srgbClr val="29246B"/>
                </a:solidFill>
                <a:latin typeface="Arial"/>
                <a:ea typeface="Arial"/>
                <a:cs typeface="Arial"/>
              </a:defRPr>
            </a:lvl7pPr>
            <a:lvl8pPr>
              <a:defRPr sz="2850" b="1">
                <a:solidFill>
                  <a:srgbClr val="29246B"/>
                </a:solidFill>
                <a:latin typeface="Arial"/>
                <a:ea typeface="Arial"/>
                <a:cs typeface="Arial"/>
              </a:defRPr>
            </a:lvl8pPr>
            <a:lvl9pPr>
              <a:defRPr sz="2850" b="1">
                <a:solidFill>
                  <a:srgbClr val="29246B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850" b="1">
                <a:solidFill>
                  <a:srgbClr val="29246B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29246B"/>
                </a:solidFill>
                <a:latin typeface="Arial"/>
                <a:ea typeface="Arial"/>
                <a:cs typeface="Arial"/>
              </a:rPr>
              <a:t>Обходи ящики,</a:t>
            </a:r>
          </a:p>
          <a:p>
            <a:pPr>
              <a:defRPr sz="2850" b="1">
                <a:solidFill>
                  <a:srgbClr val="29246B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29246B"/>
                </a:solidFill>
                <a:latin typeface="Arial"/>
                <a:ea typeface="Arial"/>
                <a:cs typeface="Arial"/>
              </a:rPr>
              <a:t>отвечай на вопросы</a:t>
            </a:r>
          </a:p>
          <a:p>
            <a:pPr>
              <a:defRPr sz="2850" b="1">
                <a:solidFill>
                  <a:srgbClr val="29246B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29246B"/>
                </a:solidFill>
                <a:latin typeface="Arial"/>
                <a:ea typeface="Arial"/>
                <a:cs typeface="Arial"/>
              </a:rPr>
              <a:t>и собирай монеты</a:t>
            </a:r>
          </a:p>
        </p:txBody>
      </p:sp>
      <p:sp>
        <p:nvSpPr>
          <p:cNvPr id="6" name="Подложка">
            <a:extLst>
              <a:ext uri="{FF2B5EF4-FFF2-40B4-BE49-F238E27FC236}">
                <a16:creationId xmlns:a16="http://schemas.microsoft.com/office/drawing/2014/main" id="{9168AE5A-BA0A-494C-A023-E5D6B2880C91}"/>
              </a:ext>
            </a:extLst>
          </p:cNvPr>
          <p:cNvSpPr>
            <a:spLocks noGrp="1"/>
          </p:cNvSpPr>
          <p:nvPr/>
        </p:nvSpPr>
        <p:spPr>
          <a:xfrm>
            <a:off x="609600" y="3448050"/>
            <a:ext cx="7029450" cy="1428750"/>
          </a:xfrm>
          <a:prstGeom prst="roundRect">
            <a:avLst>
              <a:gd name="adj" fmla="val 17333"/>
            </a:avLst>
          </a:prstGeom>
          <a:solidFill>
            <a:srgbClr val="FFF0B5"/>
          </a:solidFill>
          <a:ln w="0">
            <a:noFill/>
          </a:ln>
        </p:spPr>
      </p:sp>
      <p:sp>
        <p:nvSpPr>
          <p:cNvPr id="7" name="4 мин">
            <a:extLst>
              <a:ext uri="{FF2B5EF4-FFF2-40B4-BE49-F238E27FC236}">
                <a16:creationId xmlns:a16="http://schemas.microsoft.com/office/drawing/2014/main" id="{A80E5875-9B74-49C8-895F-8858D1D4DA72}"/>
              </a:ext>
            </a:extLst>
          </p:cNvPr>
          <p:cNvSpPr>
            <a:spLocks noGrp="1"/>
          </p:cNvSpPr>
          <p:nvPr/>
        </p:nvSpPr>
        <p:spPr>
          <a:xfrm>
            <a:off x="866775" y="3686175"/>
            <a:ext cx="200025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3225" b="1">
                <a:solidFill>
                  <a:srgbClr val="29246B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29246B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29246B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29246B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29246B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29246B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29246B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29246B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29246B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29246B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3225" b="1">
                <a:solidFill>
                  <a:srgbClr val="29246B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29246B"/>
                </a:solidFill>
                <a:latin typeface="Arial"/>
                <a:ea typeface="Arial"/>
                <a:cs typeface="Arial"/>
              </a:rPr>
              <a:t>4 мин</a:t>
            </a:r>
          </a:p>
        </p:txBody>
      </p:sp>
      <p:sp>
        <p:nvSpPr>
          <p:cNvPr id="8" name="до финиша">
            <a:extLst>
              <a:ext uri="{FF2B5EF4-FFF2-40B4-BE49-F238E27FC236}">
                <a16:creationId xmlns:a16="http://schemas.microsoft.com/office/drawing/2014/main" id="{7A788822-912F-4BFB-812A-174A055A2B82}"/>
              </a:ext>
            </a:extLst>
          </p:cNvPr>
          <p:cNvSpPr>
            <a:spLocks noGrp="1"/>
          </p:cNvSpPr>
          <p:nvPr/>
        </p:nvSpPr>
        <p:spPr>
          <a:xfrm>
            <a:off x="876300" y="4305300"/>
            <a:ext cx="200025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875">
                <a:solidFill>
                  <a:srgbClr val="676298"/>
                </a:solidFill>
                <a:latin typeface="Arial"/>
                <a:ea typeface="Arial"/>
                <a:cs typeface="Arial"/>
              </a:defRPr>
            </a:defPPr>
            <a:lvl1pPr>
              <a:defRPr sz="1875">
                <a:solidFill>
                  <a:srgbClr val="676298"/>
                </a:solidFill>
                <a:latin typeface="Arial"/>
                <a:ea typeface="Arial"/>
                <a:cs typeface="Arial"/>
              </a:defRPr>
            </a:lvl1pPr>
            <a:lvl2pPr>
              <a:defRPr sz="1875">
                <a:solidFill>
                  <a:srgbClr val="676298"/>
                </a:solidFill>
                <a:latin typeface="Arial"/>
                <a:ea typeface="Arial"/>
                <a:cs typeface="Arial"/>
              </a:defRPr>
            </a:lvl2pPr>
            <a:lvl3pPr>
              <a:defRPr sz="1875">
                <a:solidFill>
                  <a:srgbClr val="676298"/>
                </a:solidFill>
                <a:latin typeface="Arial"/>
                <a:ea typeface="Arial"/>
                <a:cs typeface="Arial"/>
              </a:defRPr>
            </a:lvl3pPr>
            <a:lvl4pPr>
              <a:defRPr sz="1875">
                <a:solidFill>
                  <a:srgbClr val="676298"/>
                </a:solidFill>
                <a:latin typeface="Arial"/>
                <a:ea typeface="Arial"/>
                <a:cs typeface="Arial"/>
              </a:defRPr>
            </a:lvl4pPr>
            <a:lvl5pPr>
              <a:defRPr sz="1875">
                <a:solidFill>
                  <a:srgbClr val="676298"/>
                </a:solidFill>
                <a:latin typeface="Arial"/>
                <a:ea typeface="Arial"/>
                <a:cs typeface="Arial"/>
              </a:defRPr>
            </a:lvl5pPr>
            <a:lvl6pPr>
              <a:defRPr sz="1875">
                <a:solidFill>
                  <a:srgbClr val="676298"/>
                </a:solidFill>
                <a:latin typeface="Arial"/>
                <a:ea typeface="Arial"/>
                <a:cs typeface="Arial"/>
              </a:defRPr>
            </a:lvl6pPr>
            <a:lvl7pPr>
              <a:defRPr sz="1875">
                <a:solidFill>
                  <a:srgbClr val="676298"/>
                </a:solidFill>
                <a:latin typeface="Arial"/>
                <a:ea typeface="Arial"/>
                <a:cs typeface="Arial"/>
              </a:defRPr>
            </a:lvl7pPr>
            <a:lvl8pPr>
              <a:defRPr sz="1875">
                <a:solidFill>
                  <a:srgbClr val="676298"/>
                </a:solidFill>
                <a:latin typeface="Arial"/>
                <a:ea typeface="Arial"/>
                <a:cs typeface="Arial"/>
              </a:defRPr>
            </a:lvl8pPr>
            <a:lvl9pPr>
              <a:defRPr sz="1875">
                <a:solidFill>
                  <a:srgbClr val="676298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875">
                <a:solidFill>
                  <a:srgbClr val="676298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676298"/>
                </a:solidFill>
                <a:latin typeface="Arial"/>
                <a:ea typeface="Arial"/>
                <a:cs typeface="Arial"/>
              </a:rPr>
              <a:t>до финиша</a:t>
            </a:r>
          </a:p>
        </p:txBody>
      </p:sp>
      <p:sp>
        <p:nvSpPr>
          <p:cNvPr id="9" name="3 щита">
            <a:extLst>
              <a:ext uri="{FF2B5EF4-FFF2-40B4-BE49-F238E27FC236}">
                <a16:creationId xmlns:a16="http://schemas.microsoft.com/office/drawing/2014/main" id="{BDB91C9B-30D9-4FD6-AEC7-295F98B224AE}"/>
              </a:ext>
            </a:extLst>
          </p:cNvPr>
          <p:cNvSpPr>
            <a:spLocks noGrp="1"/>
          </p:cNvSpPr>
          <p:nvPr/>
        </p:nvSpPr>
        <p:spPr>
          <a:xfrm>
            <a:off x="3190875" y="3686175"/>
            <a:ext cx="209550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3225" b="1">
                <a:solidFill>
                  <a:srgbClr val="29246B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29246B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29246B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29246B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29246B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29246B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29246B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29246B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29246B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29246B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3225" b="1">
                <a:solidFill>
                  <a:srgbClr val="29246B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29246B"/>
                </a:solidFill>
                <a:latin typeface="Arial"/>
                <a:ea typeface="Arial"/>
                <a:cs typeface="Arial"/>
              </a:rPr>
              <a:t>3 щита</a:t>
            </a:r>
          </a:p>
        </p:txBody>
      </p:sp>
      <p:sp>
        <p:nvSpPr>
          <p:cNvPr id="10" name="на старте">
            <a:extLst>
              <a:ext uri="{FF2B5EF4-FFF2-40B4-BE49-F238E27FC236}">
                <a16:creationId xmlns:a16="http://schemas.microsoft.com/office/drawing/2014/main" id="{4C6E1866-A9F0-4893-AC70-E976B4A6A752}"/>
              </a:ext>
            </a:extLst>
          </p:cNvPr>
          <p:cNvSpPr>
            <a:spLocks noGrp="1"/>
          </p:cNvSpPr>
          <p:nvPr/>
        </p:nvSpPr>
        <p:spPr>
          <a:xfrm>
            <a:off x="3200400" y="4305300"/>
            <a:ext cx="20955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875">
                <a:solidFill>
                  <a:srgbClr val="676298"/>
                </a:solidFill>
                <a:latin typeface="Arial"/>
                <a:ea typeface="Arial"/>
                <a:cs typeface="Arial"/>
              </a:defRPr>
            </a:defPPr>
            <a:lvl1pPr>
              <a:defRPr sz="1875">
                <a:solidFill>
                  <a:srgbClr val="676298"/>
                </a:solidFill>
                <a:latin typeface="Arial"/>
                <a:ea typeface="Arial"/>
                <a:cs typeface="Arial"/>
              </a:defRPr>
            </a:lvl1pPr>
            <a:lvl2pPr>
              <a:defRPr sz="1875">
                <a:solidFill>
                  <a:srgbClr val="676298"/>
                </a:solidFill>
                <a:latin typeface="Arial"/>
                <a:ea typeface="Arial"/>
                <a:cs typeface="Arial"/>
              </a:defRPr>
            </a:lvl2pPr>
            <a:lvl3pPr>
              <a:defRPr sz="1875">
                <a:solidFill>
                  <a:srgbClr val="676298"/>
                </a:solidFill>
                <a:latin typeface="Arial"/>
                <a:ea typeface="Arial"/>
                <a:cs typeface="Arial"/>
              </a:defRPr>
            </a:lvl3pPr>
            <a:lvl4pPr>
              <a:defRPr sz="1875">
                <a:solidFill>
                  <a:srgbClr val="676298"/>
                </a:solidFill>
                <a:latin typeface="Arial"/>
                <a:ea typeface="Arial"/>
                <a:cs typeface="Arial"/>
              </a:defRPr>
            </a:lvl4pPr>
            <a:lvl5pPr>
              <a:defRPr sz="1875">
                <a:solidFill>
                  <a:srgbClr val="676298"/>
                </a:solidFill>
                <a:latin typeface="Arial"/>
                <a:ea typeface="Arial"/>
                <a:cs typeface="Arial"/>
              </a:defRPr>
            </a:lvl5pPr>
            <a:lvl6pPr>
              <a:defRPr sz="1875">
                <a:solidFill>
                  <a:srgbClr val="676298"/>
                </a:solidFill>
                <a:latin typeface="Arial"/>
                <a:ea typeface="Arial"/>
                <a:cs typeface="Arial"/>
              </a:defRPr>
            </a:lvl6pPr>
            <a:lvl7pPr>
              <a:defRPr sz="1875">
                <a:solidFill>
                  <a:srgbClr val="676298"/>
                </a:solidFill>
                <a:latin typeface="Arial"/>
                <a:ea typeface="Arial"/>
                <a:cs typeface="Arial"/>
              </a:defRPr>
            </a:lvl7pPr>
            <a:lvl8pPr>
              <a:defRPr sz="1875">
                <a:solidFill>
                  <a:srgbClr val="676298"/>
                </a:solidFill>
                <a:latin typeface="Arial"/>
                <a:ea typeface="Arial"/>
                <a:cs typeface="Arial"/>
              </a:defRPr>
            </a:lvl8pPr>
            <a:lvl9pPr>
              <a:defRPr sz="1875">
                <a:solidFill>
                  <a:srgbClr val="676298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875">
                <a:solidFill>
                  <a:srgbClr val="676298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676298"/>
                </a:solidFill>
                <a:latin typeface="Arial"/>
                <a:ea typeface="Arial"/>
                <a:cs typeface="Arial"/>
              </a:rPr>
              <a:t>на старте</a:t>
            </a:r>
          </a:p>
        </p:txBody>
      </p:sp>
      <p:sp>
        <p:nvSpPr>
          <p:cNvPr id="11" name="6 сек">
            <a:extLst>
              <a:ext uri="{FF2B5EF4-FFF2-40B4-BE49-F238E27FC236}">
                <a16:creationId xmlns:a16="http://schemas.microsoft.com/office/drawing/2014/main" id="{FB5C95C2-C29B-41E0-A67F-E045B4ED0EAE}"/>
              </a:ext>
            </a:extLst>
          </p:cNvPr>
          <p:cNvSpPr>
            <a:spLocks noGrp="1"/>
          </p:cNvSpPr>
          <p:nvPr/>
        </p:nvSpPr>
        <p:spPr>
          <a:xfrm>
            <a:off x="5629275" y="3686175"/>
            <a:ext cx="180975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3225" b="1">
                <a:solidFill>
                  <a:srgbClr val="29246B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29246B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29246B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29246B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29246B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29246B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29246B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29246B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29246B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29246B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3225" b="1">
                <a:solidFill>
                  <a:srgbClr val="29246B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29246B"/>
                </a:solidFill>
                <a:latin typeface="Arial"/>
                <a:ea typeface="Arial"/>
                <a:cs typeface="Arial"/>
              </a:rPr>
              <a:t>6 сек</a:t>
            </a:r>
          </a:p>
        </p:txBody>
      </p:sp>
      <p:sp>
        <p:nvSpPr>
          <p:cNvPr id="12" name="на ответ">
            <a:extLst>
              <a:ext uri="{FF2B5EF4-FFF2-40B4-BE49-F238E27FC236}">
                <a16:creationId xmlns:a16="http://schemas.microsoft.com/office/drawing/2014/main" id="{EB25EF78-A303-4E01-90BD-C0B773DE6694}"/>
              </a:ext>
            </a:extLst>
          </p:cNvPr>
          <p:cNvSpPr>
            <a:spLocks noGrp="1"/>
          </p:cNvSpPr>
          <p:nvPr/>
        </p:nvSpPr>
        <p:spPr>
          <a:xfrm>
            <a:off x="5638800" y="4305300"/>
            <a:ext cx="1762125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875">
                <a:solidFill>
                  <a:srgbClr val="676298"/>
                </a:solidFill>
                <a:latin typeface="Arial"/>
                <a:ea typeface="Arial"/>
                <a:cs typeface="Arial"/>
              </a:defRPr>
            </a:defPPr>
            <a:lvl1pPr>
              <a:defRPr sz="1875">
                <a:solidFill>
                  <a:srgbClr val="676298"/>
                </a:solidFill>
                <a:latin typeface="Arial"/>
                <a:ea typeface="Arial"/>
                <a:cs typeface="Arial"/>
              </a:defRPr>
            </a:lvl1pPr>
            <a:lvl2pPr>
              <a:defRPr sz="1875">
                <a:solidFill>
                  <a:srgbClr val="676298"/>
                </a:solidFill>
                <a:latin typeface="Arial"/>
                <a:ea typeface="Arial"/>
                <a:cs typeface="Arial"/>
              </a:defRPr>
            </a:lvl2pPr>
            <a:lvl3pPr>
              <a:defRPr sz="1875">
                <a:solidFill>
                  <a:srgbClr val="676298"/>
                </a:solidFill>
                <a:latin typeface="Arial"/>
                <a:ea typeface="Arial"/>
                <a:cs typeface="Arial"/>
              </a:defRPr>
            </a:lvl3pPr>
            <a:lvl4pPr>
              <a:defRPr sz="1875">
                <a:solidFill>
                  <a:srgbClr val="676298"/>
                </a:solidFill>
                <a:latin typeface="Arial"/>
                <a:ea typeface="Arial"/>
                <a:cs typeface="Arial"/>
              </a:defRPr>
            </a:lvl4pPr>
            <a:lvl5pPr>
              <a:defRPr sz="1875">
                <a:solidFill>
                  <a:srgbClr val="676298"/>
                </a:solidFill>
                <a:latin typeface="Arial"/>
                <a:ea typeface="Arial"/>
                <a:cs typeface="Arial"/>
              </a:defRPr>
            </a:lvl5pPr>
            <a:lvl6pPr>
              <a:defRPr sz="1875">
                <a:solidFill>
                  <a:srgbClr val="676298"/>
                </a:solidFill>
                <a:latin typeface="Arial"/>
                <a:ea typeface="Arial"/>
                <a:cs typeface="Arial"/>
              </a:defRPr>
            </a:lvl6pPr>
            <a:lvl7pPr>
              <a:defRPr sz="1875">
                <a:solidFill>
                  <a:srgbClr val="676298"/>
                </a:solidFill>
                <a:latin typeface="Arial"/>
                <a:ea typeface="Arial"/>
                <a:cs typeface="Arial"/>
              </a:defRPr>
            </a:lvl7pPr>
            <a:lvl8pPr>
              <a:defRPr sz="1875">
                <a:solidFill>
                  <a:srgbClr val="676298"/>
                </a:solidFill>
                <a:latin typeface="Arial"/>
                <a:ea typeface="Arial"/>
                <a:cs typeface="Arial"/>
              </a:defRPr>
            </a:lvl8pPr>
            <a:lvl9pPr>
              <a:defRPr sz="1875">
                <a:solidFill>
                  <a:srgbClr val="676298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875">
                <a:solidFill>
                  <a:srgbClr val="676298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676298"/>
                </a:solidFill>
                <a:latin typeface="Arial"/>
                <a:ea typeface="Arial"/>
                <a:cs typeface="Arial"/>
              </a:rPr>
              <a:t>на ответ</a:t>
            </a:r>
          </a:p>
        </p:txBody>
      </p:sp>
      <p:sp>
        <p:nvSpPr>
          <p:cNvPr id="13" name="Свайпами меняем дорожку&#10;и прыгаем">
            <a:extLst>
              <a:ext uri="{FF2B5EF4-FFF2-40B4-BE49-F238E27FC236}">
                <a16:creationId xmlns:a16="http://schemas.microsoft.com/office/drawing/2014/main" id="{DC0E7606-1A32-4DD1-9EF2-74F4D202B605}"/>
              </a:ext>
            </a:extLst>
          </p:cNvPr>
          <p:cNvSpPr>
            <a:spLocks noGrp="1"/>
          </p:cNvSpPr>
          <p:nvPr/>
        </p:nvSpPr>
        <p:spPr>
          <a:xfrm>
            <a:off x="609600" y="5248275"/>
            <a:ext cx="702945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250">
                <a:solidFill>
                  <a:srgbClr val="676298"/>
                </a:solidFill>
                <a:latin typeface="Arial"/>
                <a:ea typeface="Arial"/>
                <a:cs typeface="Arial"/>
              </a:defRPr>
            </a:defPPr>
            <a:lvl1pPr>
              <a:defRPr sz="2250">
                <a:solidFill>
                  <a:srgbClr val="676298"/>
                </a:solidFill>
                <a:latin typeface="Arial"/>
                <a:ea typeface="Arial"/>
                <a:cs typeface="Arial"/>
              </a:defRPr>
            </a:lvl1pPr>
            <a:lvl2pPr>
              <a:defRPr sz="2250">
                <a:solidFill>
                  <a:srgbClr val="676298"/>
                </a:solidFill>
                <a:latin typeface="Arial"/>
                <a:ea typeface="Arial"/>
                <a:cs typeface="Arial"/>
              </a:defRPr>
            </a:lvl2pPr>
            <a:lvl3pPr>
              <a:defRPr sz="2250">
                <a:solidFill>
                  <a:srgbClr val="676298"/>
                </a:solidFill>
                <a:latin typeface="Arial"/>
                <a:ea typeface="Arial"/>
                <a:cs typeface="Arial"/>
              </a:defRPr>
            </a:lvl3pPr>
            <a:lvl4pPr>
              <a:defRPr sz="2250">
                <a:solidFill>
                  <a:srgbClr val="676298"/>
                </a:solidFill>
                <a:latin typeface="Arial"/>
                <a:ea typeface="Arial"/>
                <a:cs typeface="Arial"/>
              </a:defRPr>
            </a:lvl4pPr>
            <a:lvl5pPr>
              <a:defRPr sz="2250">
                <a:solidFill>
                  <a:srgbClr val="676298"/>
                </a:solidFill>
                <a:latin typeface="Arial"/>
                <a:ea typeface="Arial"/>
                <a:cs typeface="Arial"/>
              </a:defRPr>
            </a:lvl5pPr>
            <a:lvl6pPr>
              <a:defRPr sz="2250">
                <a:solidFill>
                  <a:srgbClr val="676298"/>
                </a:solidFill>
                <a:latin typeface="Arial"/>
                <a:ea typeface="Arial"/>
                <a:cs typeface="Arial"/>
              </a:defRPr>
            </a:lvl6pPr>
            <a:lvl7pPr>
              <a:defRPr sz="2250">
                <a:solidFill>
                  <a:srgbClr val="676298"/>
                </a:solidFill>
                <a:latin typeface="Arial"/>
                <a:ea typeface="Arial"/>
                <a:cs typeface="Arial"/>
              </a:defRPr>
            </a:lvl7pPr>
            <a:lvl8pPr>
              <a:defRPr sz="2250">
                <a:solidFill>
                  <a:srgbClr val="676298"/>
                </a:solidFill>
                <a:latin typeface="Arial"/>
                <a:ea typeface="Arial"/>
                <a:cs typeface="Arial"/>
              </a:defRPr>
            </a:lvl8pPr>
            <a:lvl9pPr>
              <a:defRPr sz="2250">
                <a:solidFill>
                  <a:srgbClr val="676298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250">
                <a:solidFill>
                  <a:srgbClr val="676298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676298"/>
                </a:solidFill>
                <a:latin typeface="Arial"/>
                <a:ea typeface="Arial"/>
                <a:cs typeface="Arial"/>
              </a:rPr>
              <a:t>Свайпами меняем дорожку</a:t>
            </a:r>
          </a:p>
          <a:p>
            <a:pPr>
              <a:defRPr sz="2250">
                <a:solidFill>
                  <a:srgbClr val="676298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676298"/>
                </a:solidFill>
                <a:latin typeface="Arial"/>
                <a:ea typeface="Arial"/>
                <a:cs typeface="Arial"/>
              </a:rPr>
              <a:t>и прыгаем</a:t>
            </a: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9A5E3541-D33C-4AD8-8A47-615E6AED53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09787" y="6191250"/>
            <a:ext cx="1199776" cy="335280"/>
          </a:xfrm>
          <a:prstGeom prst="rect">
            <a:avLst/>
          </a:prstGeom>
        </p:spPr>
      </p:pic>
      <p:sp>
        <p:nvSpPr>
          <p:cNvPr id="15" name="× Красавчики">
            <a:extLst>
              <a:ext uri="{FF2B5EF4-FFF2-40B4-BE49-F238E27FC236}">
                <a16:creationId xmlns:a16="http://schemas.microsoft.com/office/drawing/2014/main" id="{A887E396-13E2-46A4-AF65-375E2888B9EF}"/>
              </a:ext>
            </a:extLst>
          </p:cNvPr>
          <p:cNvSpPr>
            <a:spLocks noGrp="1"/>
          </p:cNvSpPr>
          <p:nvPr/>
        </p:nvSpPr>
        <p:spPr>
          <a:xfrm>
            <a:off x="1952625" y="6219825"/>
            <a:ext cx="2381250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800" b="1" i="1">
                <a:solidFill>
                  <a:srgbClr val="29246B"/>
                </a:solidFill>
                <a:latin typeface="Arial"/>
                <a:ea typeface="Arial"/>
                <a:cs typeface="Arial"/>
              </a:defRPr>
            </a:defPPr>
            <a:lvl1pPr>
              <a:defRPr sz="1800" b="1" i="1">
                <a:solidFill>
                  <a:srgbClr val="29246B"/>
                </a:solidFill>
                <a:latin typeface="Arial"/>
                <a:ea typeface="Arial"/>
                <a:cs typeface="Arial"/>
              </a:defRPr>
            </a:lvl1pPr>
            <a:lvl2pPr>
              <a:defRPr sz="1800" b="1" i="1">
                <a:solidFill>
                  <a:srgbClr val="29246B"/>
                </a:solidFill>
                <a:latin typeface="Arial"/>
                <a:ea typeface="Arial"/>
                <a:cs typeface="Arial"/>
              </a:defRPr>
            </a:lvl2pPr>
            <a:lvl3pPr>
              <a:defRPr sz="1800" b="1" i="1">
                <a:solidFill>
                  <a:srgbClr val="29246B"/>
                </a:solidFill>
                <a:latin typeface="Arial"/>
                <a:ea typeface="Arial"/>
                <a:cs typeface="Arial"/>
              </a:defRPr>
            </a:lvl3pPr>
            <a:lvl4pPr>
              <a:defRPr sz="1800" b="1" i="1">
                <a:solidFill>
                  <a:srgbClr val="29246B"/>
                </a:solidFill>
                <a:latin typeface="Arial"/>
                <a:ea typeface="Arial"/>
                <a:cs typeface="Arial"/>
              </a:defRPr>
            </a:lvl4pPr>
            <a:lvl5pPr>
              <a:defRPr sz="1800" b="1" i="1">
                <a:solidFill>
                  <a:srgbClr val="29246B"/>
                </a:solidFill>
                <a:latin typeface="Arial"/>
                <a:ea typeface="Arial"/>
                <a:cs typeface="Arial"/>
              </a:defRPr>
            </a:lvl5pPr>
            <a:lvl6pPr>
              <a:defRPr sz="1800" b="1" i="1">
                <a:solidFill>
                  <a:srgbClr val="29246B"/>
                </a:solidFill>
                <a:latin typeface="Arial"/>
                <a:ea typeface="Arial"/>
                <a:cs typeface="Arial"/>
              </a:defRPr>
            </a:lvl6pPr>
            <a:lvl7pPr>
              <a:defRPr sz="1800" b="1" i="1">
                <a:solidFill>
                  <a:srgbClr val="29246B"/>
                </a:solidFill>
                <a:latin typeface="Arial"/>
                <a:ea typeface="Arial"/>
                <a:cs typeface="Arial"/>
              </a:defRPr>
            </a:lvl7pPr>
            <a:lvl8pPr>
              <a:defRPr sz="1800" b="1" i="1">
                <a:solidFill>
                  <a:srgbClr val="29246B"/>
                </a:solidFill>
                <a:latin typeface="Arial"/>
                <a:ea typeface="Arial"/>
                <a:cs typeface="Arial"/>
              </a:defRPr>
            </a:lvl8pPr>
            <a:lvl9pPr>
              <a:defRPr sz="1800" b="1" i="1">
                <a:solidFill>
                  <a:srgbClr val="29246B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800" b="1" i="1">
                <a:solidFill>
                  <a:srgbClr val="29246B"/>
                </a:solidFill>
                <a:latin typeface="Arial"/>
                <a:ea typeface="Arial"/>
                <a:cs typeface="Arial"/>
              </a:defRPr>
            </a:pPr>
            <a:r>
              <a:rPr sz="1800" b="1" i="1">
                <a:solidFill>
                  <a:srgbClr val="29246B"/>
                </a:solidFill>
                <a:latin typeface="Arial"/>
                <a:ea typeface="Arial"/>
                <a:cs typeface="Arial"/>
              </a:rPr>
              <a:t>× Красавчики</a:t>
            </a:r>
          </a:p>
        </p:txBody>
      </p:sp>
      <p:sp>
        <p:nvSpPr>
          <p:cNvPr id="16" name="04">
            <a:extLst>
              <a:ext uri="{FF2B5EF4-FFF2-40B4-BE49-F238E27FC236}">
                <a16:creationId xmlns:a16="http://schemas.microsoft.com/office/drawing/2014/main" id="{0ADEFC2D-4053-482C-B691-BF5CBB7308C6}"/>
              </a:ext>
            </a:extLst>
          </p:cNvPr>
          <p:cNvSpPr>
            <a:spLocks noGrp="1"/>
          </p:cNvSpPr>
          <p:nvPr/>
        </p:nvSpPr>
        <p:spPr>
          <a:xfrm>
            <a:off x="11049000" y="6248400"/>
            <a:ext cx="5334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r">
              <a:defRPr sz="1575">
                <a:solidFill>
                  <a:srgbClr val="676298"/>
                </a:solidFill>
                <a:latin typeface="Arial"/>
                <a:ea typeface="Arial"/>
                <a:cs typeface="Arial"/>
              </a:defRPr>
            </a:defPPr>
            <a:lvl1pPr algn="r">
              <a:defRPr sz="1575">
                <a:solidFill>
                  <a:srgbClr val="676298"/>
                </a:solidFill>
                <a:latin typeface="Arial"/>
                <a:ea typeface="Arial"/>
                <a:cs typeface="Arial"/>
              </a:defRPr>
            </a:lvl1pPr>
            <a:lvl2pPr algn="r">
              <a:defRPr sz="1575">
                <a:solidFill>
                  <a:srgbClr val="676298"/>
                </a:solidFill>
                <a:latin typeface="Arial"/>
                <a:ea typeface="Arial"/>
                <a:cs typeface="Arial"/>
              </a:defRPr>
            </a:lvl2pPr>
            <a:lvl3pPr algn="r">
              <a:defRPr sz="1575">
                <a:solidFill>
                  <a:srgbClr val="676298"/>
                </a:solidFill>
                <a:latin typeface="Arial"/>
                <a:ea typeface="Arial"/>
                <a:cs typeface="Arial"/>
              </a:defRPr>
            </a:lvl3pPr>
            <a:lvl4pPr algn="r">
              <a:defRPr sz="1575">
                <a:solidFill>
                  <a:srgbClr val="676298"/>
                </a:solidFill>
                <a:latin typeface="Arial"/>
                <a:ea typeface="Arial"/>
                <a:cs typeface="Arial"/>
              </a:defRPr>
            </a:lvl4pPr>
            <a:lvl5pPr algn="r">
              <a:defRPr sz="1575">
                <a:solidFill>
                  <a:srgbClr val="676298"/>
                </a:solidFill>
                <a:latin typeface="Arial"/>
                <a:ea typeface="Arial"/>
                <a:cs typeface="Arial"/>
              </a:defRPr>
            </a:lvl5pPr>
            <a:lvl6pPr algn="r">
              <a:defRPr sz="1575">
                <a:solidFill>
                  <a:srgbClr val="676298"/>
                </a:solidFill>
                <a:latin typeface="Arial"/>
                <a:ea typeface="Arial"/>
                <a:cs typeface="Arial"/>
              </a:defRPr>
            </a:lvl6pPr>
            <a:lvl7pPr algn="r">
              <a:defRPr sz="1575">
                <a:solidFill>
                  <a:srgbClr val="676298"/>
                </a:solidFill>
                <a:latin typeface="Arial"/>
                <a:ea typeface="Arial"/>
                <a:cs typeface="Arial"/>
              </a:defRPr>
            </a:lvl7pPr>
            <a:lvl8pPr algn="r">
              <a:defRPr sz="1575">
                <a:solidFill>
                  <a:srgbClr val="676298"/>
                </a:solidFill>
                <a:latin typeface="Arial"/>
                <a:ea typeface="Arial"/>
                <a:cs typeface="Arial"/>
              </a:defRPr>
            </a:lvl8pPr>
            <a:lvl9pPr algn="r">
              <a:defRPr sz="1575">
                <a:solidFill>
                  <a:srgbClr val="676298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1575">
                <a:solidFill>
                  <a:srgbClr val="676298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67629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0598101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ED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Легко запустить">
            <a:extLst>
              <a:ext uri="{FF2B5EF4-FFF2-40B4-BE49-F238E27FC236}">
                <a16:creationId xmlns:a16="http://schemas.microsoft.com/office/drawing/2014/main" id="{1A94F524-08BD-4799-99F6-6B79BD8DBD44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7239000" cy="685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3750" b="1">
                <a:solidFill>
                  <a:srgbClr val="29246B"/>
                </a:solidFill>
                <a:latin typeface="Arial"/>
                <a:ea typeface="Arial"/>
                <a:cs typeface="Arial"/>
              </a:defRPr>
            </a:defPPr>
            <a:lvl1pPr>
              <a:defRPr sz="3750" b="1">
                <a:solidFill>
                  <a:srgbClr val="29246B"/>
                </a:solidFill>
                <a:latin typeface="Arial"/>
                <a:ea typeface="Arial"/>
                <a:cs typeface="Arial"/>
              </a:defRPr>
            </a:lvl1pPr>
            <a:lvl2pPr>
              <a:defRPr sz="3750" b="1">
                <a:solidFill>
                  <a:srgbClr val="29246B"/>
                </a:solidFill>
                <a:latin typeface="Arial"/>
                <a:ea typeface="Arial"/>
                <a:cs typeface="Arial"/>
              </a:defRPr>
            </a:lvl2pPr>
            <a:lvl3pPr>
              <a:defRPr sz="3750" b="1">
                <a:solidFill>
                  <a:srgbClr val="29246B"/>
                </a:solidFill>
                <a:latin typeface="Arial"/>
                <a:ea typeface="Arial"/>
                <a:cs typeface="Arial"/>
              </a:defRPr>
            </a:lvl3pPr>
            <a:lvl4pPr>
              <a:defRPr sz="3750" b="1">
                <a:solidFill>
                  <a:srgbClr val="29246B"/>
                </a:solidFill>
                <a:latin typeface="Arial"/>
                <a:ea typeface="Arial"/>
                <a:cs typeface="Arial"/>
              </a:defRPr>
            </a:lvl4pPr>
            <a:lvl5pPr>
              <a:defRPr sz="3750" b="1">
                <a:solidFill>
                  <a:srgbClr val="29246B"/>
                </a:solidFill>
                <a:latin typeface="Arial"/>
                <a:ea typeface="Arial"/>
                <a:cs typeface="Arial"/>
              </a:defRPr>
            </a:lvl5pPr>
            <a:lvl6pPr>
              <a:defRPr sz="3750" b="1">
                <a:solidFill>
                  <a:srgbClr val="29246B"/>
                </a:solidFill>
                <a:latin typeface="Arial"/>
                <a:ea typeface="Arial"/>
                <a:cs typeface="Arial"/>
              </a:defRPr>
            </a:lvl6pPr>
            <a:lvl7pPr>
              <a:defRPr sz="3750" b="1">
                <a:solidFill>
                  <a:srgbClr val="29246B"/>
                </a:solidFill>
                <a:latin typeface="Arial"/>
                <a:ea typeface="Arial"/>
                <a:cs typeface="Arial"/>
              </a:defRPr>
            </a:lvl7pPr>
            <a:lvl8pPr>
              <a:defRPr sz="3750" b="1">
                <a:solidFill>
                  <a:srgbClr val="29246B"/>
                </a:solidFill>
                <a:latin typeface="Arial"/>
                <a:ea typeface="Arial"/>
                <a:cs typeface="Arial"/>
              </a:defRPr>
            </a:lvl8pPr>
            <a:lvl9pPr>
              <a:defRPr sz="3750" b="1">
                <a:solidFill>
                  <a:srgbClr val="29246B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3750" b="1">
                <a:solidFill>
                  <a:srgbClr val="29246B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29246B"/>
                </a:solidFill>
                <a:latin typeface="Arial"/>
                <a:ea typeface="Arial"/>
                <a:cs typeface="Arial"/>
              </a:rPr>
              <a:t>Легко запустить</a:t>
            </a:r>
          </a:p>
        </p:txBody>
      </p:sp>
      <p:sp>
        <p:nvSpPr>
          <p:cNvPr id="2" name="Подложка">
            <a:extLst>
              <a:ext uri="{FF2B5EF4-FFF2-40B4-BE49-F238E27FC236}">
                <a16:creationId xmlns:a16="http://schemas.microsoft.com/office/drawing/2014/main" id="{F90EC5EA-68D9-4057-8F1F-D14DAA50C83B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7000875" cy="2409825"/>
          </a:xfrm>
          <a:prstGeom prst="roundRect">
            <a:avLst>
              <a:gd name="adj" fmla="val 11067"/>
            </a:avLst>
          </a:prstGeom>
          <a:solidFill>
            <a:srgbClr val="FFFFFF"/>
          </a:solidFill>
          <a:ln w="0">
            <a:noFill/>
          </a:ln>
        </p:spPr>
      </p:sp>
      <p:sp>
        <p:nvSpPr>
          <p:cNvPr id="3" name="Работает без интернета">
            <a:extLst>
              <a:ext uri="{FF2B5EF4-FFF2-40B4-BE49-F238E27FC236}">
                <a16:creationId xmlns:a16="http://schemas.microsoft.com/office/drawing/2014/main" id="{4FF63909-9F47-4979-9381-F6D7243E86DB}"/>
              </a:ext>
            </a:extLst>
          </p:cNvPr>
          <p:cNvSpPr>
            <a:spLocks noGrp="1"/>
          </p:cNvSpPr>
          <p:nvPr/>
        </p:nvSpPr>
        <p:spPr>
          <a:xfrm>
            <a:off x="895350" y="1971675"/>
            <a:ext cx="6381750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700" b="1">
                <a:solidFill>
                  <a:srgbClr val="29246B"/>
                </a:solidFill>
                <a:latin typeface="Arial"/>
                <a:ea typeface="Arial"/>
                <a:cs typeface="Arial"/>
              </a:defRPr>
            </a:defPPr>
            <a:lvl1pPr>
              <a:defRPr sz="2700" b="1">
                <a:solidFill>
                  <a:srgbClr val="29246B"/>
                </a:solidFill>
                <a:latin typeface="Arial"/>
                <a:ea typeface="Arial"/>
                <a:cs typeface="Arial"/>
              </a:defRPr>
            </a:lvl1pPr>
            <a:lvl2pPr>
              <a:defRPr sz="2700" b="1">
                <a:solidFill>
                  <a:srgbClr val="29246B"/>
                </a:solidFill>
                <a:latin typeface="Arial"/>
                <a:ea typeface="Arial"/>
                <a:cs typeface="Arial"/>
              </a:defRPr>
            </a:lvl2pPr>
            <a:lvl3pPr>
              <a:defRPr sz="2700" b="1">
                <a:solidFill>
                  <a:srgbClr val="29246B"/>
                </a:solidFill>
                <a:latin typeface="Arial"/>
                <a:ea typeface="Arial"/>
                <a:cs typeface="Arial"/>
              </a:defRPr>
            </a:lvl3pPr>
            <a:lvl4pPr>
              <a:defRPr sz="2700" b="1">
                <a:solidFill>
                  <a:srgbClr val="29246B"/>
                </a:solidFill>
                <a:latin typeface="Arial"/>
                <a:ea typeface="Arial"/>
                <a:cs typeface="Arial"/>
              </a:defRPr>
            </a:lvl4pPr>
            <a:lvl5pPr>
              <a:defRPr sz="2700" b="1">
                <a:solidFill>
                  <a:srgbClr val="29246B"/>
                </a:solidFill>
                <a:latin typeface="Arial"/>
                <a:ea typeface="Arial"/>
                <a:cs typeface="Arial"/>
              </a:defRPr>
            </a:lvl5pPr>
            <a:lvl6pPr>
              <a:defRPr sz="2700" b="1">
                <a:solidFill>
                  <a:srgbClr val="29246B"/>
                </a:solidFill>
                <a:latin typeface="Arial"/>
                <a:ea typeface="Arial"/>
                <a:cs typeface="Arial"/>
              </a:defRPr>
            </a:lvl6pPr>
            <a:lvl7pPr>
              <a:defRPr sz="2700" b="1">
                <a:solidFill>
                  <a:srgbClr val="29246B"/>
                </a:solidFill>
                <a:latin typeface="Arial"/>
                <a:ea typeface="Arial"/>
                <a:cs typeface="Arial"/>
              </a:defRPr>
            </a:lvl7pPr>
            <a:lvl8pPr>
              <a:defRPr sz="2700" b="1">
                <a:solidFill>
                  <a:srgbClr val="29246B"/>
                </a:solidFill>
                <a:latin typeface="Arial"/>
                <a:ea typeface="Arial"/>
                <a:cs typeface="Arial"/>
              </a:defRPr>
            </a:lvl8pPr>
            <a:lvl9pPr>
              <a:defRPr sz="2700" b="1">
                <a:solidFill>
                  <a:srgbClr val="29246B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700" b="1">
                <a:solidFill>
                  <a:srgbClr val="29246B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29246B"/>
                </a:solidFill>
                <a:latin typeface="Arial"/>
                <a:ea typeface="Arial"/>
                <a:cs typeface="Arial"/>
              </a:rPr>
              <a:t>Работает без интернета</a:t>
            </a:r>
          </a:p>
        </p:txBody>
      </p:sp>
      <p:sp>
        <p:nvSpPr>
          <p:cNvPr id="4" name="≈240 КБ">
            <a:extLst>
              <a:ext uri="{FF2B5EF4-FFF2-40B4-BE49-F238E27FC236}">
                <a16:creationId xmlns:a16="http://schemas.microsoft.com/office/drawing/2014/main" id="{EE9153C9-C3AC-4C03-844A-90EB8181024A}"/>
              </a:ext>
            </a:extLst>
          </p:cNvPr>
          <p:cNvSpPr>
            <a:spLocks noGrp="1"/>
          </p:cNvSpPr>
          <p:nvPr/>
        </p:nvSpPr>
        <p:spPr>
          <a:xfrm>
            <a:off x="895350" y="2714625"/>
            <a:ext cx="6096000" cy="685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4050" b="1">
                <a:solidFill>
                  <a:srgbClr val="7357E8"/>
                </a:solidFill>
                <a:latin typeface="Arial"/>
                <a:ea typeface="Arial"/>
                <a:cs typeface="Arial"/>
              </a:defRPr>
            </a:defPPr>
            <a:lvl1pPr>
              <a:defRPr sz="4050" b="1">
                <a:solidFill>
                  <a:srgbClr val="7357E8"/>
                </a:solidFill>
                <a:latin typeface="Arial"/>
                <a:ea typeface="Arial"/>
                <a:cs typeface="Arial"/>
              </a:defRPr>
            </a:lvl1pPr>
            <a:lvl2pPr>
              <a:defRPr sz="4050" b="1">
                <a:solidFill>
                  <a:srgbClr val="7357E8"/>
                </a:solidFill>
                <a:latin typeface="Arial"/>
                <a:ea typeface="Arial"/>
                <a:cs typeface="Arial"/>
              </a:defRPr>
            </a:lvl2pPr>
            <a:lvl3pPr>
              <a:defRPr sz="4050" b="1">
                <a:solidFill>
                  <a:srgbClr val="7357E8"/>
                </a:solidFill>
                <a:latin typeface="Arial"/>
                <a:ea typeface="Arial"/>
                <a:cs typeface="Arial"/>
              </a:defRPr>
            </a:lvl3pPr>
            <a:lvl4pPr>
              <a:defRPr sz="4050" b="1">
                <a:solidFill>
                  <a:srgbClr val="7357E8"/>
                </a:solidFill>
                <a:latin typeface="Arial"/>
                <a:ea typeface="Arial"/>
                <a:cs typeface="Arial"/>
              </a:defRPr>
            </a:lvl4pPr>
            <a:lvl5pPr>
              <a:defRPr sz="4050" b="1">
                <a:solidFill>
                  <a:srgbClr val="7357E8"/>
                </a:solidFill>
                <a:latin typeface="Arial"/>
                <a:ea typeface="Arial"/>
                <a:cs typeface="Arial"/>
              </a:defRPr>
            </a:lvl5pPr>
            <a:lvl6pPr>
              <a:defRPr sz="4050" b="1">
                <a:solidFill>
                  <a:srgbClr val="7357E8"/>
                </a:solidFill>
                <a:latin typeface="Arial"/>
                <a:ea typeface="Arial"/>
                <a:cs typeface="Arial"/>
              </a:defRPr>
            </a:lvl6pPr>
            <a:lvl7pPr>
              <a:defRPr sz="4050" b="1">
                <a:solidFill>
                  <a:srgbClr val="7357E8"/>
                </a:solidFill>
                <a:latin typeface="Arial"/>
                <a:ea typeface="Arial"/>
                <a:cs typeface="Arial"/>
              </a:defRPr>
            </a:lvl7pPr>
            <a:lvl8pPr>
              <a:defRPr sz="4050" b="1">
                <a:solidFill>
                  <a:srgbClr val="7357E8"/>
                </a:solidFill>
                <a:latin typeface="Arial"/>
                <a:ea typeface="Arial"/>
                <a:cs typeface="Arial"/>
              </a:defRPr>
            </a:lvl8pPr>
            <a:lvl9pPr>
              <a:defRPr sz="4050" b="1">
                <a:solidFill>
                  <a:srgbClr val="7357E8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4050" b="1">
                <a:solidFill>
                  <a:srgbClr val="7357E8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7357E8"/>
                </a:solidFill>
                <a:latin typeface="Arial"/>
                <a:ea typeface="Arial"/>
                <a:cs typeface="Arial"/>
              </a:rPr>
              <a:t>≈240 КБ</a:t>
            </a:r>
          </a:p>
        </p:txBody>
      </p:sp>
      <p:sp>
        <p:nvSpPr>
          <p:cNvPr id="5" name="Вся игра в одной папке">
            <a:extLst>
              <a:ext uri="{FF2B5EF4-FFF2-40B4-BE49-F238E27FC236}">
                <a16:creationId xmlns:a16="http://schemas.microsoft.com/office/drawing/2014/main" id="{5B1961B0-3E45-4AAA-9C33-82EB86E97A83}"/>
              </a:ext>
            </a:extLst>
          </p:cNvPr>
          <p:cNvSpPr>
            <a:spLocks noGrp="1"/>
          </p:cNvSpPr>
          <p:nvPr/>
        </p:nvSpPr>
        <p:spPr>
          <a:xfrm>
            <a:off x="895350" y="3533775"/>
            <a:ext cx="61912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100">
                <a:solidFill>
                  <a:srgbClr val="676298"/>
                </a:solidFill>
                <a:latin typeface="Arial"/>
                <a:ea typeface="Arial"/>
                <a:cs typeface="Arial"/>
              </a:defRPr>
            </a:defPPr>
            <a:lvl1pPr>
              <a:defRPr sz="2100">
                <a:solidFill>
                  <a:srgbClr val="676298"/>
                </a:solidFill>
                <a:latin typeface="Arial"/>
                <a:ea typeface="Arial"/>
                <a:cs typeface="Arial"/>
              </a:defRPr>
            </a:lvl1pPr>
            <a:lvl2pPr>
              <a:defRPr sz="2100">
                <a:solidFill>
                  <a:srgbClr val="676298"/>
                </a:solidFill>
                <a:latin typeface="Arial"/>
                <a:ea typeface="Arial"/>
                <a:cs typeface="Arial"/>
              </a:defRPr>
            </a:lvl2pPr>
            <a:lvl3pPr>
              <a:defRPr sz="2100">
                <a:solidFill>
                  <a:srgbClr val="676298"/>
                </a:solidFill>
                <a:latin typeface="Arial"/>
                <a:ea typeface="Arial"/>
                <a:cs typeface="Arial"/>
              </a:defRPr>
            </a:lvl3pPr>
            <a:lvl4pPr>
              <a:defRPr sz="2100">
                <a:solidFill>
                  <a:srgbClr val="676298"/>
                </a:solidFill>
                <a:latin typeface="Arial"/>
                <a:ea typeface="Arial"/>
                <a:cs typeface="Arial"/>
              </a:defRPr>
            </a:lvl4pPr>
            <a:lvl5pPr>
              <a:defRPr sz="2100">
                <a:solidFill>
                  <a:srgbClr val="676298"/>
                </a:solidFill>
                <a:latin typeface="Arial"/>
                <a:ea typeface="Arial"/>
                <a:cs typeface="Arial"/>
              </a:defRPr>
            </a:lvl5pPr>
            <a:lvl6pPr>
              <a:defRPr sz="2100">
                <a:solidFill>
                  <a:srgbClr val="676298"/>
                </a:solidFill>
                <a:latin typeface="Arial"/>
                <a:ea typeface="Arial"/>
                <a:cs typeface="Arial"/>
              </a:defRPr>
            </a:lvl6pPr>
            <a:lvl7pPr>
              <a:defRPr sz="2100">
                <a:solidFill>
                  <a:srgbClr val="676298"/>
                </a:solidFill>
                <a:latin typeface="Arial"/>
                <a:ea typeface="Arial"/>
                <a:cs typeface="Arial"/>
              </a:defRPr>
            </a:lvl7pPr>
            <a:lvl8pPr>
              <a:defRPr sz="2100">
                <a:solidFill>
                  <a:srgbClr val="676298"/>
                </a:solidFill>
                <a:latin typeface="Arial"/>
                <a:ea typeface="Arial"/>
                <a:cs typeface="Arial"/>
              </a:defRPr>
            </a:lvl8pPr>
            <a:lvl9pPr>
              <a:defRPr sz="2100">
                <a:solidFill>
                  <a:srgbClr val="676298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100">
                <a:solidFill>
                  <a:srgbClr val="676298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676298"/>
                </a:solidFill>
                <a:latin typeface="Arial"/>
                <a:ea typeface="Arial"/>
                <a:cs typeface="Arial"/>
              </a:rPr>
              <a:t>Вся игра в одной папке</a:t>
            </a:r>
          </a:p>
        </p:txBody>
      </p:sp>
      <p:sp>
        <p:nvSpPr>
          <p:cNvPr id="6" name="Подложка">
            <a:extLst>
              <a:ext uri="{FF2B5EF4-FFF2-40B4-BE49-F238E27FC236}">
                <a16:creationId xmlns:a16="http://schemas.microsoft.com/office/drawing/2014/main" id="{EB0E4079-65CA-41FF-BE12-C9A8A16DBD0D}"/>
              </a:ext>
            </a:extLst>
          </p:cNvPr>
          <p:cNvSpPr>
            <a:spLocks noGrp="1"/>
          </p:cNvSpPr>
          <p:nvPr/>
        </p:nvSpPr>
        <p:spPr>
          <a:xfrm>
            <a:off x="7905750" y="1695450"/>
            <a:ext cx="3676650" cy="2409825"/>
          </a:xfrm>
          <a:prstGeom prst="roundRect">
            <a:avLst>
              <a:gd name="adj" fmla="val 11067"/>
            </a:avLst>
          </a:prstGeom>
          <a:solidFill>
            <a:srgbClr val="DDF8E9"/>
          </a:solidFill>
          <a:ln w="0">
            <a:noFill/>
          </a:ln>
        </p:spPr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37C07B14-B18E-402A-87B8-2026FD3461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982075" y="1876425"/>
            <a:ext cx="1524000" cy="1524000"/>
          </a:xfrm>
          <a:prstGeom prst="rect">
            <a:avLst/>
          </a:prstGeom>
        </p:spPr>
      </p:pic>
      <p:sp>
        <p:nvSpPr>
          <p:cNvPr id="8" name="Для СберKids">
            <a:extLst>
              <a:ext uri="{FF2B5EF4-FFF2-40B4-BE49-F238E27FC236}">
                <a16:creationId xmlns:a16="http://schemas.microsoft.com/office/drawing/2014/main" id="{5E9EA954-E724-4E6A-88DE-EEF2DDAC73CD}"/>
              </a:ext>
            </a:extLst>
          </p:cNvPr>
          <p:cNvSpPr>
            <a:spLocks noGrp="1"/>
          </p:cNvSpPr>
          <p:nvPr/>
        </p:nvSpPr>
        <p:spPr>
          <a:xfrm>
            <a:off x="8181975" y="3581400"/>
            <a:ext cx="31242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ctr">
              <a:defRPr sz="2100" b="1">
                <a:solidFill>
                  <a:srgbClr val="29246B"/>
                </a:solidFill>
                <a:latin typeface="Arial"/>
                <a:ea typeface="Arial"/>
                <a:cs typeface="Arial"/>
              </a:defRPr>
            </a:defPPr>
            <a:lvl1pPr algn="ctr">
              <a:defRPr sz="2100" b="1">
                <a:solidFill>
                  <a:srgbClr val="29246B"/>
                </a:solidFill>
                <a:latin typeface="Arial"/>
                <a:ea typeface="Arial"/>
                <a:cs typeface="Arial"/>
              </a:defRPr>
            </a:lvl1pPr>
            <a:lvl2pPr algn="ctr">
              <a:defRPr sz="2100" b="1">
                <a:solidFill>
                  <a:srgbClr val="29246B"/>
                </a:solidFill>
                <a:latin typeface="Arial"/>
                <a:ea typeface="Arial"/>
                <a:cs typeface="Arial"/>
              </a:defRPr>
            </a:lvl2pPr>
            <a:lvl3pPr algn="ctr">
              <a:defRPr sz="2100" b="1">
                <a:solidFill>
                  <a:srgbClr val="29246B"/>
                </a:solidFill>
                <a:latin typeface="Arial"/>
                <a:ea typeface="Arial"/>
                <a:cs typeface="Arial"/>
              </a:defRPr>
            </a:lvl3pPr>
            <a:lvl4pPr algn="ctr">
              <a:defRPr sz="2100" b="1">
                <a:solidFill>
                  <a:srgbClr val="29246B"/>
                </a:solidFill>
                <a:latin typeface="Arial"/>
                <a:ea typeface="Arial"/>
                <a:cs typeface="Arial"/>
              </a:defRPr>
            </a:lvl4pPr>
            <a:lvl5pPr algn="ctr">
              <a:defRPr sz="2100" b="1">
                <a:solidFill>
                  <a:srgbClr val="29246B"/>
                </a:solidFill>
                <a:latin typeface="Arial"/>
                <a:ea typeface="Arial"/>
                <a:cs typeface="Arial"/>
              </a:defRPr>
            </a:lvl5pPr>
            <a:lvl6pPr algn="ctr">
              <a:defRPr sz="2100" b="1">
                <a:solidFill>
                  <a:srgbClr val="29246B"/>
                </a:solidFill>
                <a:latin typeface="Arial"/>
                <a:ea typeface="Arial"/>
                <a:cs typeface="Arial"/>
              </a:defRPr>
            </a:lvl6pPr>
            <a:lvl7pPr algn="ctr">
              <a:defRPr sz="2100" b="1">
                <a:solidFill>
                  <a:srgbClr val="29246B"/>
                </a:solidFill>
                <a:latin typeface="Arial"/>
                <a:ea typeface="Arial"/>
                <a:cs typeface="Arial"/>
              </a:defRPr>
            </a:lvl7pPr>
            <a:lvl8pPr algn="ctr">
              <a:defRPr sz="2100" b="1">
                <a:solidFill>
                  <a:srgbClr val="29246B"/>
                </a:solidFill>
                <a:latin typeface="Arial"/>
                <a:ea typeface="Arial"/>
                <a:cs typeface="Arial"/>
              </a:defRPr>
            </a:lvl8pPr>
            <a:lvl9pPr algn="ctr">
              <a:defRPr sz="2100" b="1">
                <a:solidFill>
                  <a:srgbClr val="29246B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2100" b="1">
                <a:solidFill>
                  <a:srgbClr val="29246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9246B"/>
                </a:solidFill>
                <a:latin typeface="Arial"/>
                <a:ea typeface="Arial"/>
                <a:cs typeface="Arial"/>
              </a:rPr>
              <a:t>Для СберKids</a:t>
            </a:r>
          </a:p>
        </p:txBody>
      </p:sp>
      <p:sp>
        <p:nvSpPr>
          <p:cNvPr id="9" name="Подложка">
            <a:extLst>
              <a:ext uri="{FF2B5EF4-FFF2-40B4-BE49-F238E27FC236}">
                <a16:creationId xmlns:a16="http://schemas.microsoft.com/office/drawing/2014/main" id="{C7D051B6-510E-4B49-B02A-CB82A1E30D78}"/>
              </a:ext>
            </a:extLst>
          </p:cNvPr>
          <p:cNvSpPr>
            <a:spLocks noGrp="1"/>
          </p:cNvSpPr>
          <p:nvPr/>
        </p:nvSpPr>
        <p:spPr>
          <a:xfrm>
            <a:off x="609600" y="4495800"/>
            <a:ext cx="10972800" cy="1323975"/>
          </a:xfrm>
          <a:prstGeom prst="roundRect">
            <a:avLst>
              <a:gd name="adj" fmla="val 17986"/>
            </a:avLst>
          </a:prstGeom>
          <a:solidFill>
            <a:srgbClr val="FFF0B5"/>
          </a:solidFill>
          <a:ln w="0">
            <a:noFill/>
          </a:ln>
        </p:spPr>
      </p:sp>
      <p:sp>
        <p:nvSpPr>
          <p:cNvPr id="10" name="Легко добавлять новые ситуации">
            <a:extLst>
              <a:ext uri="{FF2B5EF4-FFF2-40B4-BE49-F238E27FC236}">
                <a16:creationId xmlns:a16="http://schemas.microsoft.com/office/drawing/2014/main" id="{3E671022-9A3A-4685-B69E-1A895DCBB839}"/>
              </a:ext>
            </a:extLst>
          </p:cNvPr>
          <p:cNvSpPr>
            <a:spLocks noGrp="1"/>
          </p:cNvSpPr>
          <p:nvPr/>
        </p:nvSpPr>
        <p:spPr>
          <a:xfrm>
            <a:off x="895350" y="4733925"/>
            <a:ext cx="10401300" cy="4476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400" b="1">
                <a:solidFill>
                  <a:srgbClr val="29246B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29246B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29246B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29246B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29246B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29246B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29246B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29246B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29246B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29246B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400" b="1">
                <a:solidFill>
                  <a:srgbClr val="29246B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9246B"/>
                </a:solidFill>
                <a:latin typeface="Arial"/>
                <a:ea typeface="Arial"/>
                <a:cs typeface="Arial"/>
              </a:rPr>
              <a:t>Легко добавлять новые ситуации</a:t>
            </a:r>
          </a:p>
        </p:txBody>
      </p:sp>
      <p:sp>
        <p:nvSpPr>
          <p:cNvPr id="11" name="Например, к Новому году: новый дизайн, вопросы про">
            <a:extLst>
              <a:ext uri="{FF2B5EF4-FFF2-40B4-BE49-F238E27FC236}">
                <a16:creationId xmlns:a16="http://schemas.microsoft.com/office/drawing/2014/main" id="{77C466EB-4A6B-4190-B8AD-6B585E83A7A1}"/>
              </a:ext>
            </a:extLst>
          </p:cNvPr>
          <p:cNvSpPr>
            <a:spLocks noGrp="1"/>
          </p:cNvSpPr>
          <p:nvPr/>
        </p:nvSpPr>
        <p:spPr>
          <a:xfrm>
            <a:off x="895350" y="5257800"/>
            <a:ext cx="104013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025">
                <a:solidFill>
                  <a:srgbClr val="676298"/>
                </a:solidFill>
                <a:latin typeface="Arial"/>
                <a:ea typeface="Arial"/>
                <a:cs typeface="Arial"/>
              </a:defRPr>
            </a:defPPr>
            <a:lvl1pPr>
              <a:defRPr sz="2025">
                <a:solidFill>
                  <a:srgbClr val="676298"/>
                </a:solidFill>
                <a:latin typeface="Arial"/>
                <a:ea typeface="Arial"/>
                <a:cs typeface="Arial"/>
              </a:defRPr>
            </a:lvl1pPr>
            <a:lvl2pPr>
              <a:defRPr sz="2025">
                <a:solidFill>
                  <a:srgbClr val="676298"/>
                </a:solidFill>
                <a:latin typeface="Arial"/>
                <a:ea typeface="Arial"/>
                <a:cs typeface="Arial"/>
              </a:defRPr>
            </a:lvl2pPr>
            <a:lvl3pPr>
              <a:defRPr sz="2025">
                <a:solidFill>
                  <a:srgbClr val="676298"/>
                </a:solidFill>
                <a:latin typeface="Arial"/>
                <a:ea typeface="Arial"/>
                <a:cs typeface="Arial"/>
              </a:defRPr>
            </a:lvl3pPr>
            <a:lvl4pPr>
              <a:defRPr sz="2025">
                <a:solidFill>
                  <a:srgbClr val="676298"/>
                </a:solidFill>
                <a:latin typeface="Arial"/>
                <a:ea typeface="Arial"/>
                <a:cs typeface="Arial"/>
              </a:defRPr>
            </a:lvl4pPr>
            <a:lvl5pPr>
              <a:defRPr sz="2025">
                <a:solidFill>
                  <a:srgbClr val="676298"/>
                </a:solidFill>
                <a:latin typeface="Arial"/>
                <a:ea typeface="Arial"/>
                <a:cs typeface="Arial"/>
              </a:defRPr>
            </a:lvl5pPr>
            <a:lvl6pPr>
              <a:defRPr sz="2025">
                <a:solidFill>
                  <a:srgbClr val="676298"/>
                </a:solidFill>
                <a:latin typeface="Arial"/>
                <a:ea typeface="Arial"/>
                <a:cs typeface="Arial"/>
              </a:defRPr>
            </a:lvl6pPr>
            <a:lvl7pPr>
              <a:defRPr sz="2025">
                <a:solidFill>
                  <a:srgbClr val="676298"/>
                </a:solidFill>
                <a:latin typeface="Arial"/>
                <a:ea typeface="Arial"/>
                <a:cs typeface="Arial"/>
              </a:defRPr>
            </a:lvl7pPr>
            <a:lvl8pPr>
              <a:defRPr sz="2025">
                <a:solidFill>
                  <a:srgbClr val="676298"/>
                </a:solidFill>
                <a:latin typeface="Arial"/>
                <a:ea typeface="Arial"/>
                <a:cs typeface="Arial"/>
              </a:defRPr>
            </a:lvl8pPr>
            <a:lvl9pPr>
              <a:defRPr sz="2025">
                <a:solidFill>
                  <a:srgbClr val="676298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025">
                <a:solidFill>
                  <a:srgbClr val="676298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676298"/>
                </a:solidFill>
                <a:latin typeface="Arial"/>
                <a:ea typeface="Arial"/>
                <a:cs typeface="Arial"/>
              </a:rPr>
              <a:t>Например, к Новому году: новый дизайн, вопросы про пиротехнику и выход на лёд</a:t>
            </a: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CA1B6843-74BB-4170-A09B-31513B43C4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752849" y="6227445"/>
            <a:ext cx="1199776" cy="335280"/>
          </a:xfrm>
          <a:prstGeom prst="rect">
            <a:avLst/>
          </a:prstGeom>
        </p:spPr>
      </p:pic>
      <p:sp>
        <p:nvSpPr>
          <p:cNvPr id="13" name="× Красавчики">
            <a:extLst>
              <a:ext uri="{FF2B5EF4-FFF2-40B4-BE49-F238E27FC236}">
                <a16:creationId xmlns:a16="http://schemas.microsoft.com/office/drawing/2014/main" id="{24F8E444-CE7C-4BAA-9D3F-9D33E34943F5}"/>
              </a:ext>
            </a:extLst>
          </p:cNvPr>
          <p:cNvSpPr>
            <a:spLocks noGrp="1"/>
          </p:cNvSpPr>
          <p:nvPr/>
        </p:nvSpPr>
        <p:spPr>
          <a:xfrm>
            <a:off x="1952625" y="6219825"/>
            <a:ext cx="2381250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800" b="1" i="1">
                <a:solidFill>
                  <a:srgbClr val="29246B"/>
                </a:solidFill>
                <a:latin typeface="Arial"/>
                <a:ea typeface="Arial"/>
                <a:cs typeface="Arial"/>
              </a:defRPr>
            </a:defPPr>
            <a:lvl1pPr>
              <a:defRPr sz="1800" b="1" i="1">
                <a:solidFill>
                  <a:srgbClr val="29246B"/>
                </a:solidFill>
                <a:latin typeface="Arial"/>
                <a:ea typeface="Arial"/>
                <a:cs typeface="Arial"/>
              </a:defRPr>
            </a:lvl1pPr>
            <a:lvl2pPr>
              <a:defRPr sz="1800" b="1" i="1">
                <a:solidFill>
                  <a:srgbClr val="29246B"/>
                </a:solidFill>
                <a:latin typeface="Arial"/>
                <a:ea typeface="Arial"/>
                <a:cs typeface="Arial"/>
              </a:defRPr>
            </a:lvl2pPr>
            <a:lvl3pPr>
              <a:defRPr sz="1800" b="1" i="1">
                <a:solidFill>
                  <a:srgbClr val="29246B"/>
                </a:solidFill>
                <a:latin typeface="Arial"/>
                <a:ea typeface="Arial"/>
                <a:cs typeface="Arial"/>
              </a:defRPr>
            </a:lvl3pPr>
            <a:lvl4pPr>
              <a:defRPr sz="1800" b="1" i="1">
                <a:solidFill>
                  <a:srgbClr val="29246B"/>
                </a:solidFill>
                <a:latin typeface="Arial"/>
                <a:ea typeface="Arial"/>
                <a:cs typeface="Arial"/>
              </a:defRPr>
            </a:lvl4pPr>
            <a:lvl5pPr>
              <a:defRPr sz="1800" b="1" i="1">
                <a:solidFill>
                  <a:srgbClr val="29246B"/>
                </a:solidFill>
                <a:latin typeface="Arial"/>
                <a:ea typeface="Arial"/>
                <a:cs typeface="Arial"/>
              </a:defRPr>
            </a:lvl5pPr>
            <a:lvl6pPr>
              <a:defRPr sz="1800" b="1" i="1">
                <a:solidFill>
                  <a:srgbClr val="29246B"/>
                </a:solidFill>
                <a:latin typeface="Arial"/>
                <a:ea typeface="Arial"/>
                <a:cs typeface="Arial"/>
              </a:defRPr>
            </a:lvl6pPr>
            <a:lvl7pPr>
              <a:defRPr sz="1800" b="1" i="1">
                <a:solidFill>
                  <a:srgbClr val="29246B"/>
                </a:solidFill>
                <a:latin typeface="Arial"/>
                <a:ea typeface="Arial"/>
                <a:cs typeface="Arial"/>
              </a:defRPr>
            </a:lvl7pPr>
            <a:lvl8pPr>
              <a:defRPr sz="1800" b="1" i="1">
                <a:solidFill>
                  <a:srgbClr val="29246B"/>
                </a:solidFill>
                <a:latin typeface="Arial"/>
                <a:ea typeface="Arial"/>
                <a:cs typeface="Arial"/>
              </a:defRPr>
            </a:lvl8pPr>
            <a:lvl9pPr>
              <a:defRPr sz="1800" b="1" i="1">
                <a:solidFill>
                  <a:srgbClr val="29246B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800" b="1" i="1">
                <a:solidFill>
                  <a:srgbClr val="29246B"/>
                </a:solidFill>
                <a:latin typeface="Arial"/>
                <a:ea typeface="Arial"/>
                <a:cs typeface="Arial"/>
              </a:defRPr>
            </a:pPr>
            <a:r>
              <a:rPr sz="1800" b="1" i="1">
                <a:solidFill>
                  <a:srgbClr val="29246B"/>
                </a:solidFill>
                <a:latin typeface="Arial"/>
                <a:ea typeface="Arial"/>
                <a:cs typeface="Arial"/>
              </a:rPr>
              <a:t>× Красавчики</a:t>
            </a:r>
          </a:p>
        </p:txBody>
      </p:sp>
      <p:sp>
        <p:nvSpPr>
          <p:cNvPr id="14" name="05">
            <a:extLst>
              <a:ext uri="{FF2B5EF4-FFF2-40B4-BE49-F238E27FC236}">
                <a16:creationId xmlns:a16="http://schemas.microsoft.com/office/drawing/2014/main" id="{2D81EA5F-2C08-40F9-A74D-8D59D59AD6E9}"/>
              </a:ext>
            </a:extLst>
          </p:cNvPr>
          <p:cNvSpPr>
            <a:spLocks noGrp="1"/>
          </p:cNvSpPr>
          <p:nvPr/>
        </p:nvSpPr>
        <p:spPr>
          <a:xfrm>
            <a:off x="11049000" y="6248400"/>
            <a:ext cx="5334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r">
              <a:defRPr sz="1575">
                <a:solidFill>
                  <a:srgbClr val="676298"/>
                </a:solidFill>
                <a:latin typeface="Arial"/>
                <a:ea typeface="Arial"/>
                <a:cs typeface="Arial"/>
              </a:defRPr>
            </a:defPPr>
            <a:lvl1pPr algn="r">
              <a:defRPr sz="1575">
                <a:solidFill>
                  <a:srgbClr val="676298"/>
                </a:solidFill>
                <a:latin typeface="Arial"/>
                <a:ea typeface="Arial"/>
                <a:cs typeface="Arial"/>
              </a:defRPr>
            </a:lvl1pPr>
            <a:lvl2pPr algn="r">
              <a:defRPr sz="1575">
                <a:solidFill>
                  <a:srgbClr val="676298"/>
                </a:solidFill>
                <a:latin typeface="Arial"/>
                <a:ea typeface="Arial"/>
                <a:cs typeface="Arial"/>
              </a:defRPr>
            </a:lvl2pPr>
            <a:lvl3pPr algn="r">
              <a:defRPr sz="1575">
                <a:solidFill>
                  <a:srgbClr val="676298"/>
                </a:solidFill>
                <a:latin typeface="Arial"/>
                <a:ea typeface="Arial"/>
                <a:cs typeface="Arial"/>
              </a:defRPr>
            </a:lvl3pPr>
            <a:lvl4pPr algn="r">
              <a:defRPr sz="1575">
                <a:solidFill>
                  <a:srgbClr val="676298"/>
                </a:solidFill>
                <a:latin typeface="Arial"/>
                <a:ea typeface="Arial"/>
                <a:cs typeface="Arial"/>
              </a:defRPr>
            </a:lvl4pPr>
            <a:lvl5pPr algn="r">
              <a:defRPr sz="1575">
                <a:solidFill>
                  <a:srgbClr val="676298"/>
                </a:solidFill>
                <a:latin typeface="Arial"/>
                <a:ea typeface="Arial"/>
                <a:cs typeface="Arial"/>
              </a:defRPr>
            </a:lvl5pPr>
            <a:lvl6pPr algn="r">
              <a:defRPr sz="1575">
                <a:solidFill>
                  <a:srgbClr val="676298"/>
                </a:solidFill>
                <a:latin typeface="Arial"/>
                <a:ea typeface="Arial"/>
                <a:cs typeface="Arial"/>
              </a:defRPr>
            </a:lvl6pPr>
            <a:lvl7pPr algn="r">
              <a:defRPr sz="1575">
                <a:solidFill>
                  <a:srgbClr val="676298"/>
                </a:solidFill>
                <a:latin typeface="Arial"/>
                <a:ea typeface="Arial"/>
                <a:cs typeface="Arial"/>
              </a:defRPr>
            </a:lvl7pPr>
            <a:lvl8pPr algn="r">
              <a:defRPr sz="1575">
                <a:solidFill>
                  <a:srgbClr val="676298"/>
                </a:solidFill>
                <a:latin typeface="Arial"/>
                <a:ea typeface="Arial"/>
                <a:cs typeface="Arial"/>
              </a:defRPr>
            </a:lvl8pPr>
            <a:lvl9pPr algn="r">
              <a:defRPr sz="1575">
                <a:solidFill>
                  <a:srgbClr val="676298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1575">
                <a:solidFill>
                  <a:srgbClr val="676298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676298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45099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Преимущества">
            <a:extLst>
              <a:ext uri="{FF2B5EF4-FFF2-40B4-BE49-F238E27FC236}">
                <a16:creationId xmlns:a16="http://schemas.microsoft.com/office/drawing/2014/main" id="{16B82237-F273-48FA-A9FE-03E0CA2BACEE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7239000" cy="685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3750" b="1">
                <a:solidFill>
                  <a:srgbClr val="29246B"/>
                </a:solidFill>
                <a:latin typeface="Arial"/>
                <a:ea typeface="Arial"/>
                <a:cs typeface="Arial"/>
              </a:defRPr>
            </a:defPPr>
            <a:lvl1pPr>
              <a:defRPr sz="3750" b="1">
                <a:solidFill>
                  <a:srgbClr val="29246B"/>
                </a:solidFill>
                <a:latin typeface="Arial"/>
                <a:ea typeface="Arial"/>
                <a:cs typeface="Arial"/>
              </a:defRPr>
            </a:lvl1pPr>
            <a:lvl2pPr>
              <a:defRPr sz="3750" b="1">
                <a:solidFill>
                  <a:srgbClr val="29246B"/>
                </a:solidFill>
                <a:latin typeface="Arial"/>
                <a:ea typeface="Arial"/>
                <a:cs typeface="Arial"/>
              </a:defRPr>
            </a:lvl2pPr>
            <a:lvl3pPr>
              <a:defRPr sz="3750" b="1">
                <a:solidFill>
                  <a:srgbClr val="29246B"/>
                </a:solidFill>
                <a:latin typeface="Arial"/>
                <a:ea typeface="Arial"/>
                <a:cs typeface="Arial"/>
              </a:defRPr>
            </a:lvl3pPr>
            <a:lvl4pPr>
              <a:defRPr sz="3750" b="1">
                <a:solidFill>
                  <a:srgbClr val="29246B"/>
                </a:solidFill>
                <a:latin typeface="Arial"/>
                <a:ea typeface="Arial"/>
                <a:cs typeface="Arial"/>
              </a:defRPr>
            </a:lvl4pPr>
            <a:lvl5pPr>
              <a:defRPr sz="3750" b="1">
                <a:solidFill>
                  <a:srgbClr val="29246B"/>
                </a:solidFill>
                <a:latin typeface="Arial"/>
                <a:ea typeface="Arial"/>
                <a:cs typeface="Arial"/>
              </a:defRPr>
            </a:lvl5pPr>
            <a:lvl6pPr>
              <a:defRPr sz="3750" b="1">
                <a:solidFill>
                  <a:srgbClr val="29246B"/>
                </a:solidFill>
                <a:latin typeface="Arial"/>
                <a:ea typeface="Arial"/>
                <a:cs typeface="Arial"/>
              </a:defRPr>
            </a:lvl6pPr>
            <a:lvl7pPr>
              <a:defRPr sz="3750" b="1">
                <a:solidFill>
                  <a:srgbClr val="29246B"/>
                </a:solidFill>
                <a:latin typeface="Arial"/>
                <a:ea typeface="Arial"/>
                <a:cs typeface="Arial"/>
              </a:defRPr>
            </a:lvl7pPr>
            <a:lvl8pPr>
              <a:defRPr sz="3750" b="1">
                <a:solidFill>
                  <a:srgbClr val="29246B"/>
                </a:solidFill>
                <a:latin typeface="Arial"/>
                <a:ea typeface="Arial"/>
                <a:cs typeface="Arial"/>
              </a:defRPr>
            </a:lvl8pPr>
            <a:lvl9pPr>
              <a:defRPr sz="3750" b="1">
                <a:solidFill>
                  <a:srgbClr val="29246B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3750" b="1">
                <a:solidFill>
                  <a:srgbClr val="29246B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29246B"/>
                </a:solidFill>
                <a:latin typeface="Arial"/>
                <a:ea typeface="Arial"/>
                <a:cs typeface="Arial"/>
              </a:rPr>
              <a:t>Преимущества</a:t>
            </a:r>
          </a:p>
        </p:txBody>
      </p:sp>
      <p:sp>
        <p:nvSpPr>
          <p:cNvPr id="2" name="Подложка">
            <a:extLst>
              <a:ext uri="{FF2B5EF4-FFF2-40B4-BE49-F238E27FC236}">
                <a16:creationId xmlns:a16="http://schemas.microsoft.com/office/drawing/2014/main" id="{AA1FDD00-9646-49B0-9C7A-00487321D5D5}"/>
              </a:ext>
            </a:extLst>
          </p:cNvPr>
          <p:cNvSpPr>
            <a:spLocks noGrp="1"/>
          </p:cNvSpPr>
          <p:nvPr/>
        </p:nvSpPr>
        <p:spPr>
          <a:xfrm>
            <a:off x="8248650" y="533400"/>
            <a:ext cx="3333750" cy="5467350"/>
          </a:xfrm>
          <a:prstGeom prst="roundRect">
            <a:avLst>
              <a:gd name="adj" fmla="val 8571"/>
            </a:avLst>
          </a:prstGeom>
          <a:solidFill>
            <a:srgbClr val="ECE8FF"/>
          </a:solidFill>
          <a:ln w="0">
            <a:noFill/>
          </a:ln>
        </p:spPr>
      </p:sp>
      <p:sp>
        <p:nvSpPr>
          <p:cNvPr id="3" name="Подложка">
            <a:extLst>
              <a:ext uri="{FF2B5EF4-FFF2-40B4-BE49-F238E27FC236}">
                <a16:creationId xmlns:a16="http://schemas.microsoft.com/office/drawing/2014/main" id="{67B0FD1F-675B-4941-9EA8-6CFB9E88E4A9}"/>
              </a:ext>
            </a:extLst>
          </p:cNvPr>
          <p:cNvSpPr>
            <a:spLocks noGrp="1"/>
          </p:cNvSpPr>
          <p:nvPr/>
        </p:nvSpPr>
        <p:spPr>
          <a:xfrm>
            <a:off x="8343900" y="628650"/>
            <a:ext cx="3143250" cy="5276850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0">
            <a:noFill/>
          </a:ln>
        </p:spPr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1F4D6390-C3BE-406A-8E6D-EC236C7863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439321" y="695325"/>
            <a:ext cx="2952409" cy="5148263"/>
          </a:xfrm>
          <a:prstGeom prst="rect">
            <a:avLst/>
          </a:prstGeom>
        </p:spPr>
      </p:pic>
      <p:sp>
        <p:nvSpPr>
          <p:cNvPr id="5" name="Можно ошибаться&#10;и пробовать снова">
            <a:extLst>
              <a:ext uri="{FF2B5EF4-FFF2-40B4-BE49-F238E27FC236}">
                <a16:creationId xmlns:a16="http://schemas.microsoft.com/office/drawing/2014/main" id="{4D0CCA7D-8293-4F63-A983-3D5E4B7A06D7}"/>
              </a:ext>
            </a:extLst>
          </p:cNvPr>
          <p:cNvSpPr>
            <a:spLocks noGrp="1"/>
          </p:cNvSpPr>
          <p:nvPr/>
        </p:nvSpPr>
        <p:spPr>
          <a:xfrm>
            <a:off x="609600" y="1657350"/>
            <a:ext cx="7048500" cy="1066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850" b="1">
                <a:solidFill>
                  <a:srgbClr val="29246B"/>
                </a:solidFill>
                <a:latin typeface="Arial"/>
                <a:ea typeface="Arial"/>
                <a:cs typeface="Arial"/>
              </a:defRPr>
            </a:defPPr>
            <a:lvl1pPr>
              <a:defRPr sz="2850" b="1">
                <a:solidFill>
                  <a:srgbClr val="29246B"/>
                </a:solidFill>
                <a:latin typeface="Arial"/>
                <a:ea typeface="Arial"/>
                <a:cs typeface="Arial"/>
              </a:defRPr>
            </a:lvl1pPr>
            <a:lvl2pPr>
              <a:defRPr sz="2850" b="1">
                <a:solidFill>
                  <a:srgbClr val="29246B"/>
                </a:solidFill>
                <a:latin typeface="Arial"/>
                <a:ea typeface="Arial"/>
                <a:cs typeface="Arial"/>
              </a:defRPr>
            </a:lvl2pPr>
            <a:lvl3pPr>
              <a:defRPr sz="2850" b="1">
                <a:solidFill>
                  <a:srgbClr val="29246B"/>
                </a:solidFill>
                <a:latin typeface="Arial"/>
                <a:ea typeface="Arial"/>
                <a:cs typeface="Arial"/>
              </a:defRPr>
            </a:lvl3pPr>
            <a:lvl4pPr>
              <a:defRPr sz="2850" b="1">
                <a:solidFill>
                  <a:srgbClr val="29246B"/>
                </a:solidFill>
                <a:latin typeface="Arial"/>
                <a:ea typeface="Arial"/>
                <a:cs typeface="Arial"/>
              </a:defRPr>
            </a:lvl4pPr>
            <a:lvl5pPr>
              <a:defRPr sz="2850" b="1">
                <a:solidFill>
                  <a:srgbClr val="29246B"/>
                </a:solidFill>
                <a:latin typeface="Arial"/>
                <a:ea typeface="Arial"/>
                <a:cs typeface="Arial"/>
              </a:defRPr>
            </a:lvl5pPr>
            <a:lvl6pPr>
              <a:defRPr sz="2850" b="1">
                <a:solidFill>
                  <a:srgbClr val="29246B"/>
                </a:solidFill>
                <a:latin typeface="Arial"/>
                <a:ea typeface="Arial"/>
                <a:cs typeface="Arial"/>
              </a:defRPr>
            </a:lvl6pPr>
            <a:lvl7pPr>
              <a:defRPr sz="2850" b="1">
                <a:solidFill>
                  <a:srgbClr val="29246B"/>
                </a:solidFill>
                <a:latin typeface="Arial"/>
                <a:ea typeface="Arial"/>
                <a:cs typeface="Arial"/>
              </a:defRPr>
            </a:lvl7pPr>
            <a:lvl8pPr>
              <a:defRPr sz="2850" b="1">
                <a:solidFill>
                  <a:srgbClr val="29246B"/>
                </a:solidFill>
                <a:latin typeface="Arial"/>
                <a:ea typeface="Arial"/>
                <a:cs typeface="Arial"/>
              </a:defRPr>
            </a:lvl8pPr>
            <a:lvl9pPr>
              <a:defRPr sz="2850" b="1">
                <a:solidFill>
                  <a:srgbClr val="29246B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850" b="1">
                <a:solidFill>
                  <a:srgbClr val="29246B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29246B"/>
                </a:solidFill>
                <a:latin typeface="Arial"/>
                <a:ea typeface="Arial"/>
                <a:cs typeface="Arial"/>
              </a:rPr>
              <a:t>Можно ошибаться</a:t>
            </a:r>
          </a:p>
          <a:p>
            <a:pPr>
              <a:defRPr sz="2850" b="1">
                <a:solidFill>
                  <a:srgbClr val="29246B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29246B"/>
                </a:solidFill>
                <a:latin typeface="Arial"/>
                <a:ea typeface="Arial"/>
                <a:cs typeface="Arial"/>
              </a:rPr>
              <a:t>и пробовать снова</a:t>
            </a:r>
          </a:p>
        </p:txBody>
      </p:sp>
      <p:sp>
        <p:nvSpPr>
          <p:cNvPr id="6" name="41 ситуация из жизни">
            <a:extLst>
              <a:ext uri="{FF2B5EF4-FFF2-40B4-BE49-F238E27FC236}">
                <a16:creationId xmlns:a16="http://schemas.microsoft.com/office/drawing/2014/main" id="{87D72B99-C755-4625-8D9B-FE0DC2E6AD00}"/>
              </a:ext>
            </a:extLst>
          </p:cNvPr>
          <p:cNvSpPr>
            <a:spLocks noGrp="1"/>
          </p:cNvSpPr>
          <p:nvPr/>
        </p:nvSpPr>
        <p:spPr>
          <a:xfrm>
            <a:off x="609600" y="3228975"/>
            <a:ext cx="69532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400" b="1">
                <a:solidFill>
                  <a:srgbClr val="29246B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29246B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29246B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29246B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29246B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29246B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29246B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29246B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29246B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29246B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400" b="1">
                <a:solidFill>
                  <a:srgbClr val="29246B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9246B"/>
                </a:solidFill>
                <a:latin typeface="Arial"/>
                <a:ea typeface="Arial"/>
                <a:cs typeface="Arial"/>
              </a:rPr>
              <a:t>41 ситуация из жизни</a:t>
            </a:r>
          </a:p>
        </p:txBody>
      </p:sp>
      <p:sp>
        <p:nvSpPr>
          <p:cNvPr id="7" name="Пароли, покупки и уловки мошенников">
            <a:extLst>
              <a:ext uri="{FF2B5EF4-FFF2-40B4-BE49-F238E27FC236}">
                <a16:creationId xmlns:a16="http://schemas.microsoft.com/office/drawing/2014/main" id="{F1B69D33-994A-4F8D-9CB7-53FC6263C924}"/>
              </a:ext>
            </a:extLst>
          </p:cNvPr>
          <p:cNvSpPr>
            <a:spLocks noGrp="1"/>
          </p:cNvSpPr>
          <p:nvPr/>
        </p:nvSpPr>
        <p:spPr>
          <a:xfrm>
            <a:off x="609600" y="3743325"/>
            <a:ext cx="7096125" cy="685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025">
                <a:solidFill>
                  <a:srgbClr val="676298"/>
                </a:solidFill>
                <a:latin typeface="Arial"/>
                <a:ea typeface="Arial"/>
                <a:cs typeface="Arial"/>
              </a:defRPr>
            </a:defPPr>
            <a:lvl1pPr>
              <a:defRPr sz="2025">
                <a:solidFill>
                  <a:srgbClr val="676298"/>
                </a:solidFill>
                <a:latin typeface="Arial"/>
                <a:ea typeface="Arial"/>
                <a:cs typeface="Arial"/>
              </a:defRPr>
            </a:lvl1pPr>
            <a:lvl2pPr>
              <a:defRPr sz="2025">
                <a:solidFill>
                  <a:srgbClr val="676298"/>
                </a:solidFill>
                <a:latin typeface="Arial"/>
                <a:ea typeface="Arial"/>
                <a:cs typeface="Arial"/>
              </a:defRPr>
            </a:lvl2pPr>
            <a:lvl3pPr>
              <a:defRPr sz="2025">
                <a:solidFill>
                  <a:srgbClr val="676298"/>
                </a:solidFill>
                <a:latin typeface="Arial"/>
                <a:ea typeface="Arial"/>
                <a:cs typeface="Arial"/>
              </a:defRPr>
            </a:lvl3pPr>
            <a:lvl4pPr>
              <a:defRPr sz="2025">
                <a:solidFill>
                  <a:srgbClr val="676298"/>
                </a:solidFill>
                <a:latin typeface="Arial"/>
                <a:ea typeface="Arial"/>
                <a:cs typeface="Arial"/>
              </a:defRPr>
            </a:lvl4pPr>
            <a:lvl5pPr>
              <a:defRPr sz="2025">
                <a:solidFill>
                  <a:srgbClr val="676298"/>
                </a:solidFill>
                <a:latin typeface="Arial"/>
                <a:ea typeface="Arial"/>
                <a:cs typeface="Arial"/>
              </a:defRPr>
            </a:lvl5pPr>
            <a:lvl6pPr>
              <a:defRPr sz="2025">
                <a:solidFill>
                  <a:srgbClr val="676298"/>
                </a:solidFill>
                <a:latin typeface="Arial"/>
                <a:ea typeface="Arial"/>
                <a:cs typeface="Arial"/>
              </a:defRPr>
            </a:lvl6pPr>
            <a:lvl7pPr>
              <a:defRPr sz="2025">
                <a:solidFill>
                  <a:srgbClr val="676298"/>
                </a:solidFill>
                <a:latin typeface="Arial"/>
                <a:ea typeface="Arial"/>
                <a:cs typeface="Arial"/>
              </a:defRPr>
            </a:lvl7pPr>
            <a:lvl8pPr>
              <a:defRPr sz="2025">
                <a:solidFill>
                  <a:srgbClr val="676298"/>
                </a:solidFill>
                <a:latin typeface="Arial"/>
                <a:ea typeface="Arial"/>
                <a:cs typeface="Arial"/>
              </a:defRPr>
            </a:lvl8pPr>
            <a:lvl9pPr>
              <a:defRPr sz="2025">
                <a:solidFill>
                  <a:srgbClr val="676298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025">
                <a:solidFill>
                  <a:srgbClr val="676298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676298"/>
                </a:solidFill>
                <a:latin typeface="Arial"/>
                <a:ea typeface="Arial"/>
                <a:cs typeface="Arial"/>
              </a:rPr>
              <a:t>Пароли, покупки и уловки мошенников</a:t>
            </a:r>
          </a:p>
        </p:txBody>
      </p:sp>
      <p:sp>
        <p:nvSpPr>
          <p:cNvPr id="8" name="Подложка">
            <a:extLst>
              <a:ext uri="{FF2B5EF4-FFF2-40B4-BE49-F238E27FC236}">
                <a16:creationId xmlns:a16="http://schemas.microsoft.com/office/drawing/2014/main" id="{1DB34BE4-E687-4E11-B312-E9D3BA667636}"/>
              </a:ext>
            </a:extLst>
          </p:cNvPr>
          <p:cNvSpPr>
            <a:spLocks noGrp="1"/>
          </p:cNvSpPr>
          <p:nvPr/>
        </p:nvSpPr>
        <p:spPr>
          <a:xfrm>
            <a:off x="609600" y="4495800"/>
            <a:ext cx="7029450" cy="1447800"/>
          </a:xfrm>
          <a:prstGeom prst="roundRect">
            <a:avLst>
              <a:gd name="adj" fmla="val 15789"/>
            </a:avLst>
          </a:prstGeom>
          <a:solidFill>
            <a:srgbClr val="DDF8E9"/>
          </a:solidFill>
          <a:ln w="0">
            <a:noFill/>
          </a:ln>
        </p:spPr>
      </p:sp>
      <p:sp>
        <p:nvSpPr>
          <p:cNvPr id="9" name="16 зверушек на выбор">
            <a:extLst>
              <a:ext uri="{FF2B5EF4-FFF2-40B4-BE49-F238E27FC236}">
                <a16:creationId xmlns:a16="http://schemas.microsoft.com/office/drawing/2014/main" id="{A30FB7F2-AFA4-4348-B87A-91BF740102F2}"/>
              </a:ext>
            </a:extLst>
          </p:cNvPr>
          <p:cNvSpPr>
            <a:spLocks noGrp="1"/>
          </p:cNvSpPr>
          <p:nvPr/>
        </p:nvSpPr>
        <p:spPr>
          <a:xfrm>
            <a:off x="876300" y="4695825"/>
            <a:ext cx="647700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400" b="1">
                <a:solidFill>
                  <a:srgbClr val="29246B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29246B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29246B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29246B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29246B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29246B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29246B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29246B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29246B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29246B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400" b="1">
                <a:solidFill>
                  <a:srgbClr val="29246B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9246B"/>
                </a:solidFill>
                <a:latin typeface="Arial"/>
                <a:ea typeface="Arial"/>
                <a:cs typeface="Arial"/>
              </a:rPr>
              <a:t>16 зверушек на выбор</a:t>
            </a:r>
          </a:p>
        </p:txBody>
      </p:sp>
      <p:sp>
        <p:nvSpPr>
          <p:cNvPr id="10" name="Награда за собранные монеты">
            <a:extLst>
              <a:ext uri="{FF2B5EF4-FFF2-40B4-BE49-F238E27FC236}">
                <a16:creationId xmlns:a16="http://schemas.microsoft.com/office/drawing/2014/main" id="{A25D906E-B030-4180-AC62-7F4C0EB59E69}"/>
              </a:ext>
            </a:extLst>
          </p:cNvPr>
          <p:cNvSpPr>
            <a:spLocks noGrp="1"/>
          </p:cNvSpPr>
          <p:nvPr/>
        </p:nvSpPr>
        <p:spPr>
          <a:xfrm>
            <a:off x="876300" y="5181600"/>
            <a:ext cx="64770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025">
                <a:solidFill>
                  <a:srgbClr val="676298"/>
                </a:solidFill>
                <a:latin typeface="Arial"/>
                <a:ea typeface="Arial"/>
                <a:cs typeface="Arial"/>
              </a:defRPr>
            </a:defPPr>
            <a:lvl1pPr>
              <a:defRPr sz="2025">
                <a:solidFill>
                  <a:srgbClr val="676298"/>
                </a:solidFill>
                <a:latin typeface="Arial"/>
                <a:ea typeface="Arial"/>
                <a:cs typeface="Arial"/>
              </a:defRPr>
            </a:lvl1pPr>
            <a:lvl2pPr>
              <a:defRPr sz="2025">
                <a:solidFill>
                  <a:srgbClr val="676298"/>
                </a:solidFill>
                <a:latin typeface="Arial"/>
                <a:ea typeface="Arial"/>
                <a:cs typeface="Arial"/>
              </a:defRPr>
            </a:lvl2pPr>
            <a:lvl3pPr>
              <a:defRPr sz="2025">
                <a:solidFill>
                  <a:srgbClr val="676298"/>
                </a:solidFill>
                <a:latin typeface="Arial"/>
                <a:ea typeface="Arial"/>
                <a:cs typeface="Arial"/>
              </a:defRPr>
            </a:lvl3pPr>
            <a:lvl4pPr>
              <a:defRPr sz="2025">
                <a:solidFill>
                  <a:srgbClr val="676298"/>
                </a:solidFill>
                <a:latin typeface="Arial"/>
                <a:ea typeface="Arial"/>
                <a:cs typeface="Arial"/>
              </a:defRPr>
            </a:lvl4pPr>
            <a:lvl5pPr>
              <a:defRPr sz="2025">
                <a:solidFill>
                  <a:srgbClr val="676298"/>
                </a:solidFill>
                <a:latin typeface="Arial"/>
                <a:ea typeface="Arial"/>
                <a:cs typeface="Arial"/>
              </a:defRPr>
            </a:lvl5pPr>
            <a:lvl6pPr>
              <a:defRPr sz="2025">
                <a:solidFill>
                  <a:srgbClr val="676298"/>
                </a:solidFill>
                <a:latin typeface="Arial"/>
                <a:ea typeface="Arial"/>
                <a:cs typeface="Arial"/>
              </a:defRPr>
            </a:lvl6pPr>
            <a:lvl7pPr>
              <a:defRPr sz="2025">
                <a:solidFill>
                  <a:srgbClr val="676298"/>
                </a:solidFill>
                <a:latin typeface="Arial"/>
                <a:ea typeface="Arial"/>
                <a:cs typeface="Arial"/>
              </a:defRPr>
            </a:lvl7pPr>
            <a:lvl8pPr>
              <a:defRPr sz="2025">
                <a:solidFill>
                  <a:srgbClr val="676298"/>
                </a:solidFill>
                <a:latin typeface="Arial"/>
                <a:ea typeface="Arial"/>
                <a:cs typeface="Arial"/>
              </a:defRPr>
            </a:lvl8pPr>
            <a:lvl9pPr>
              <a:defRPr sz="2025">
                <a:solidFill>
                  <a:srgbClr val="676298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025">
                <a:solidFill>
                  <a:srgbClr val="676298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676298"/>
                </a:solidFill>
                <a:latin typeface="Arial"/>
                <a:ea typeface="Arial"/>
                <a:cs typeface="Arial"/>
              </a:rPr>
              <a:t>Награда за собранные монеты</a:t>
            </a:r>
          </a:p>
        </p:txBody>
      </p:sp>
      <p:sp>
        <p:nvSpPr>
          <p:cNvPr id="11" name="У каждой полезный совет для ребёнка">
            <a:extLst>
              <a:ext uri="{FF2B5EF4-FFF2-40B4-BE49-F238E27FC236}">
                <a16:creationId xmlns:a16="http://schemas.microsoft.com/office/drawing/2014/main" id="{863BA8D1-3E94-4154-8244-ABF2E8C65219}"/>
              </a:ext>
            </a:extLst>
          </p:cNvPr>
          <p:cNvSpPr>
            <a:spLocks noGrp="1"/>
          </p:cNvSpPr>
          <p:nvPr/>
        </p:nvSpPr>
        <p:spPr>
          <a:xfrm>
            <a:off x="876300" y="5524500"/>
            <a:ext cx="64770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025">
                <a:solidFill>
                  <a:srgbClr val="676298"/>
                </a:solidFill>
                <a:latin typeface="Arial"/>
                <a:ea typeface="Arial"/>
                <a:cs typeface="Arial"/>
              </a:defRPr>
            </a:defPPr>
            <a:lvl1pPr>
              <a:defRPr sz="2025">
                <a:solidFill>
                  <a:srgbClr val="676298"/>
                </a:solidFill>
                <a:latin typeface="Arial"/>
                <a:ea typeface="Arial"/>
                <a:cs typeface="Arial"/>
              </a:defRPr>
            </a:lvl1pPr>
            <a:lvl2pPr>
              <a:defRPr sz="2025">
                <a:solidFill>
                  <a:srgbClr val="676298"/>
                </a:solidFill>
                <a:latin typeface="Arial"/>
                <a:ea typeface="Arial"/>
                <a:cs typeface="Arial"/>
              </a:defRPr>
            </a:lvl2pPr>
            <a:lvl3pPr>
              <a:defRPr sz="2025">
                <a:solidFill>
                  <a:srgbClr val="676298"/>
                </a:solidFill>
                <a:latin typeface="Arial"/>
                <a:ea typeface="Arial"/>
                <a:cs typeface="Arial"/>
              </a:defRPr>
            </a:lvl3pPr>
            <a:lvl4pPr>
              <a:defRPr sz="2025">
                <a:solidFill>
                  <a:srgbClr val="676298"/>
                </a:solidFill>
                <a:latin typeface="Arial"/>
                <a:ea typeface="Arial"/>
                <a:cs typeface="Arial"/>
              </a:defRPr>
            </a:lvl4pPr>
            <a:lvl5pPr>
              <a:defRPr sz="2025">
                <a:solidFill>
                  <a:srgbClr val="676298"/>
                </a:solidFill>
                <a:latin typeface="Arial"/>
                <a:ea typeface="Arial"/>
                <a:cs typeface="Arial"/>
              </a:defRPr>
            </a:lvl5pPr>
            <a:lvl6pPr>
              <a:defRPr sz="2025">
                <a:solidFill>
                  <a:srgbClr val="676298"/>
                </a:solidFill>
                <a:latin typeface="Arial"/>
                <a:ea typeface="Arial"/>
                <a:cs typeface="Arial"/>
              </a:defRPr>
            </a:lvl6pPr>
            <a:lvl7pPr>
              <a:defRPr sz="2025">
                <a:solidFill>
                  <a:srgbClr val="676298"/>
                </a:solidFill>
                <a:latin typeface="Arial"/>
                <a:ea typeface="Arial"/>
                <a:cs typeface="Arial"/>
              </a:defRPr>
            </a:lvl7pPr>
            <a:lvl8pPr>
              <a:defRPr sz="2025">
                <a:solidFill>
                  <a:srgbClr val="676298"/>
                </a:solidFill>
                <a:latin typeface="Arial"/>
                <a:ea typeface="Arial"/>
                <a:cs typeface="Arial"/>
              </a:defRPr>
            </a:lvl8pPr>
            <a:lvl9pPr>
              <a:defRPr sz="2025">
                <a:solidFill>
                  <a:srgbClr val="676298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025">
                <a:solidFill>
                  <a:srgbClr val="676298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676298"/>
                </a:solidFill>
                <a:latin typeface="Arial"/>
                <a:ea typeface="Arial"/>
                <a:cs typeface="Arial"/>
              </a:rPr>
              <a:t>У каждой полезный совет для ребёнка</a:t>
            </a: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2DEBBCA7-4921-4F8F-A78D-AF1ED837FA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09787" y="6191250"/>
            <a:ext cx="1199776" cy="335280"/>
          </a:xfrm>
          <a:prstGeom prst="rect">
            <a:avLst/>
          </a:prstGeom>
        </p:spPr>
      </p:pic>
      <p:sp>
        <p:nvSpPr>
          <p:cNvPr id="13" name="× Красавчики">
            <a:extLst>
              <a:ext uri="{FF2B5EF4-FFF2-40B4-BE49-F238E27FC236}">
                <a16:creationId xmlns:a16="http://schemas.microsoft.com/office/drawing/2014/main" id="{F5B7EC3A-6EA5-4C5F-91F9-88566F732C97}"/>
              </a:ext>
            </a:extLst>
          </p:cNvPr>
          <p:cNvSpPr>
            <a:spLocks noGrp="1"/>
          </p:cNvSpPr>
          <p:nvPr/>
        </p:nvSpPr>
        <p:spPr>
          <a:xfrm>
            <a:off x="1952625" y="6219825"/>
            <a:ext cx="2381250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800" b="1" i="1">
                <a:solidFill>
                  <a:srgbClr val="29246B"/>
                </a:solidFill>
                <a:latin typeface="Arial"/>
                <a:ea typeface="Arial"/>
                <a:cs typeface="Arial"/>
              </a:defRPr>
            </a:defPPr>
            <a:lvl1pPr>
              <a:defRPr sz="1800" b="1" i="1">
                <a:solidFill>
                  <a:srgbClr val="29246B"/>
                </a:solidFill>
                <a:latin typeface="Arial"/>
                <a:ea typeface="Arial"/>
                <a:cs typeface="Arial"/>
              </a:defRPr>
            </a:lvl1pPr>
            <a:lvl2pPr>
              <a:defRPr sz="1800" b="1" i="1">
                <a:solidFill>
                  <a:srgbClr val="29246B"/>
                </a:solidFill>
                <a:latin typeface="Arial"/>
                <a:ea typeface="Arial"/>
                <a:cs typeface="Arial"/>
              </a:defRPr>
            </a:lvl2pPr>
            <a:lvl3pPr>
              <a:defRPr sz="1800" b="1" i="1">
                <a:solidFill>
                  <a:srgbClr val="29246B"/>
                </a:solidFill>
                <a:latin typeface="Arial"/>
                <a:ea typeface="Arial"/>
                <a:cs typeface="Arial"/>
              </a:defRPr>
            </a:lvl3pPr>
            <a:lvl4pPr>
              <a:defRPr sz="1800" b="1" i="1">
                <a:solidFill>
                  <a:srgbClr val="29246B"/>
                </a:solidFill>
                <a:latin typeface="Arial"/>
                <a:ea typeface="Arial"/>
                <a:cs typeface="Arial"/>
              </a:defRPr>
            </a:lvl4pPr>
            <a:lvl5pPr>
              <a:defRPr sz="1800" b="1" i="1">
                <a:solidFill>
                  <a:srgbClr val="29246B"/>
                </a:solidFill>
                <a:latin typeface="Arial"/>
                <a:ea typeface="Arial"/>
                <a:cs typeface="Arial"/>
              </a:defRPr>
            </a:lvl5pPr>
            <a:lvl6pPr>
              <a:defRPr sz="1800" b="1" i="1">
                <a:solidFill>
                  <a:srgbClr val="29246B"/>
                </a:solidFill>
                <a:latin typeface="Arial"/>
                <a:ea typeface="Arial"/>
                <a:cs typeface="Arial"/>
              </a:defRPr>
            </a:lvl6pPr>
            <a:lvl7pPr>
              <a:defRPr sz="1800" b="1" i="1">
                <a:solidFill>
                  <a:srgbClr val="29246B"/>
                </a:solidFill>
                <a:latin typeface="Arial"/>
                <a:ea typeface="Arial"/>
                <a:cs typeface="Arial"/>
              </a:defRPr>
            </a:lvl7pPr>
            <a:lvl8pPr>
              <a:defRPr sz="1800" b="1" i="1">
                <a:solidFill>
                  <a:srgbClr val="29246B"/>
                </a:solidFill>
                <a:latin typeface="Arial"/>
                <a:ea typeface="Arial"/>
                <a:cs typeface="Arial"/>
              </a:defRPr>
            </a:lvl8pPr>
            <a:lvl9pPr>
              <a:defRPr sz="1800" b="1" i="1">
                <a:solidFill>
                  <a:srgbClr val="29246B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800" b="1" i="1">
                <a:solidFill>
                  <a:srgbClr val="29246B"/>
                </a:solidFill>
                <a:latin typeface="Arial"/>
                <a:ea typeface="Arial"/>
                <a:cs typeface="Arial"/>
              </a:defRPr>
            </a:pPr>
            <a:r>
              <a:rPr sz="1800" b="1" i="1">
                <a:solidFill>
                  <a:srgbClr val="29246B"/>
                </a:solidFill>
                <a:latin typeface="Arial"/>
                <a:ea typeface="Arial"/>
                <a:cs typeface="Arial"/>
              </a:rPr>
              <a:t>× Красавчики</a:t>
            </a:r>
          </a:p>
        </p:txBody>
      </p:sp>
      <p:sp>
        <p:nvSpPr>
          <p:cNvPr id="14" name="06">
            <a:extLst>
              <a:ext uri="{FF2B5EF4-FFF2-40B4-BE49-F238E27FC236}">
                <a16:creationId xmlns:a16="http://schemas.microsoft.com/office/drawing/2014/main" id="{B9EBA48F-68B8-44F7-9ADF-C42525AC5190}"/>
              </a:ext>
            </a:extLst>
          </p:cNvPr>
          <p:cNvSpPr>
            <a:spLocks noGrp="1"/>
          </p:cNvSpPr>
          <p:nvPr/>
        </p:nvSpPr>
        <p:spPr>
          <a:xfrm>
            <a:off x="11049000" y="6248400"/>
            <a:ext cx="5334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r">
              <a:defRPr sz="1575">
                <a:solidFill>
                  <a:srgbClr val="676298"/>
                </a:solidFill>
                <a:latin typeface="Arial"/>
                <a:ea typeface="Arial"/>
                <a:cs typeface="Arial"/>
              </a:defRPr>
            </a:defPPr>
            <a:lvl1pPr algn="r">
              <a:defRPr sz="1575">
                <a:solidFill>
                  <a:srgbClr val="676298"/>
                </a:solidFill>
                <a:latin typeface="Arial"/>
                <a:ea typeface="Arial"/>
                <a:cs typeface="Arial"/>
              </a:defRPr>
            </a:lvl1pPr>
            <a:lvl2pPr algn="r">
              <a:defRPr sz="1575">
                <a:solidFill>
                  <a:srgbClr val="676298"/>
                </a:solidFill>
                <a:latin typeface="Arial"/>
                <a:ea typeface="Arial"/>
                <a:cs typeface="Arial"/>
              </a:defRPr>
            </a:lvl2pPr>
            <a:lvl3pPr algn="r">
              <a:defRPr sz="1575">
                <a:solidFill>
                  <a:srgbClr val="676298"/>
                </a:solidFill>
                <a:latin typeface="Arial"/>
                <a:ea typeface="Arial"/>
                <a:cs typeface="Arial"/>
              </a:defRPr>
            </a:lvl3pPr>
            <a:lvl4pPr algn="r">
              <a:defRPr sz="1575">
                <a:solidFill>
                  <a:srgbClr val="676298"/>
                </a:solidFill>
                <a:latin typeface="Arial"/>
                <a:ea typeface="Arial"/>
                <a:cs typeface="Arial"/>
              </a:defRPr>
            </a:lvl4pPr>
            <a:lvl5pPr algn="r">
              <a:defRPr sz="1575">
                <a:solidFill>
                  <a:srgbClr val="676298"/>
                </a:solidFill>
                <a:latin typeface="Arial"/>
                <a:ea typeface="Arial"/>
                <a:cs typeface="Arial"/>
              </a:defRPr>
            </a:lvl5pPr>
            <a:lvl6pPr algn="r">
              <a:defRPr sz="1575">
                <a:solidFill>
                  <a:srgbClr val="676298"/>
                </a:solidFill>
                <a:latin typeface="Arial"/>
                <a:ea typeface="Arial"/>
                <a:cs typeface="Arial"/>
              </a:defRPr>
            </a:lvl6pPr>
            <a:lvl7pPr algn="r">
              <a:defRPr sz="1575">
                <a:solidFill>
                  <a:srgbClr val="676298"/>
                </a:solidFill>
                <a:latin typeface="Arial"/>
                <a:ea typeface="Arial"/>
                <a:cs typeface="Arial"/>
              </a:defRPr>
            </a:lvl7pPr>
            <a:lvl8pPr algn="r">
              <a:defRPr sz="1575">
                <a:solidFill>
                  <a:srgbClr val="676298"/>
                </a:solidFill>
                <a:latin typeface="Arial"/>
                <a:ea typeface="Arial"/>
                <a:cs typeface="Arial"/>
              </a:defRPr>
            </a:lvl8pPr>
            <a:lvl9pPr algn="r">
              <a:defRPr sz="1575">
                <a:solidFill>
                  <a:srgbClr val="676298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1575">
                <a:solidFill>
                  <a:srgbClr val="676298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676298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077468158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977</Words>
  <Application>Microsoft Macintosh PowerPoint</Application>
  <DocSecurity>0</DocSecurity>
  <PresentationFormat>Широкоэкранный</PresentationFormat>
  <Paragraphs>89</Paragraphs>
  <Slides>6</Slides>
  <Notes>6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9" baseType="lpstr">
      <vt:lpstr>Aptos</vt:lpstr>
      <vt:lpstr>Arial</vt:lpstr>
      <vt:lpstr>ChatGPT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Леон Слободян</cp:lastModifiedBy>
  <cp:revision>1</cp:revision>
  <dcterms:created xsi:type="dcterms:W3CDTF">2026-10-18T11:07:33Z</dcterms:created>
  <dcterms:modified xsi:type="dcterms:W3CDTF">2026-10-18T16:58:53Z</dcterms:modified>
</cp:coreProperties>
</file>